
<file path=[Content_Types].xml><?xml version="1.0" encoding="utf-8"?>
<Types xmlns="http://schemas.openxmlformats.org/package/2006/content-types"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trictFirstAndLastChars="0" saveSubsetFonts="1" autoCompressPictures="0">
  <p:sldMasterIdLst>
    <p:sldMasterId id="2147483648" r:id="rId1"/>
  </p:sldMasterIdLst>
  <p:notesMasterIdLst>
    <p:notesMasterId r:id="rId20"/>
  </p:notesMasterIdLst>
  <p:sldIdLst>
    <p:sldId id="256" r:id="rId2"/>
    <p:sldId id="257" r:id="rId3"/>
    <p:sldId id="258" r:id="rId4"/>
    <p:sldId id="259" r:id="rId5"/>
    <p:sldId id="260" r:id="rId6"/>
    <p:sldId id="261" r:id="rId7"/>
    <p:sldId id="263" r:id="rId8"/>
    <p:sldId id="264" r:id="rId9"/>
    <p:sldId id="266" r:id="rId10"/>
    <p:sldId id="267" r:id="rId11"/>
    <p:sldId id="268" r:id="rId12"/>
    <p:sldId id="270" r:id="rId13"/>
    <p:sldId id="272" r:id="rId14"/>
    <p:sldId id="273" r:id="rId15"/>
    <p:sldId id="275" r:id="rId16"/>
    <p:sldId id="276" r:id="rId17"/>
    <p:sldId id="277" r:id="rId18"/>
    <p:sldId id="278" r:id="rId19"/>
  </p:sldIdLst>
  <p:sldSz cx="12192000" cy="6858000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958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  <p:ext uri="GoogleSlidesCustomDataVersion2">
      <go:slidesCustomData xmlns="" xmlns:mc="http://schemas.openxmlformats.org/markup-compatibility/2006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xmlns:go="http://customooxmlschemas.google.com/" r:id="rId29" roundtripDataSignature="AMtx7mi3u/tK4PhLjhbqN1Tns/XTUXw0GQ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69" d="100"/>
          <a:sy n="69" d="100"/>
        </p:scale>
        <p:origin x="936" y="78"/>
      </p:cViewPr>
      <p:guideLst>
        <p:guide orient="horz" pos="958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33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notesMaster" Target="notesMasters/notesMaster1.xml"/><Relationship Id="rId29" Type="http://customschemas.google.com/relationships/presentationmetadata" Target="meta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32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30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p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2" name="Google Shape;122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p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9" name="Google Shape;129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p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7" name="Google Shape;137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p4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5" name="Google Shape;145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Google Shape;152;g3847426b1ca_0_35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3" name="Google Shape;153;g3847426b1ca_0_35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Google Shape;160;g3847426b1ca_0_9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1" name="Google Shape;161;g3847426b1ca_0_9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Google Shape;174;p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5" name="Google Shape;175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" name="Google Shape;182;g3847426b1ca_0_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3" name="Google Shape;183;g3847426b1ca_0_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" name="Google Shape;200;g3847426b1ca_0_24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1" name="Google Shape;201;g3847426b1ca_0_24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9" name="Google Shape;209;g3847426b1ca_0_78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0" name="Google Shape;210;g3847426b1ca_0_78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7" name="Google Shape;217;p8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8" name="Google Shape;218;p8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3" name="Google Shape;233;g3847426b1ca_0_55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34" name="Google Shape;234;g3847426b1ca_0_55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9" name="Google Shape;249;g38256f8aede_0_50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50" name="Google Shape;250;g38256f8aede_0_50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7" name="Google Shape;257;g3847426b1ca_0_6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58" name="Google Shape;258;g3847426b1ca_0_63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3" name="Google Shape;273;g3847426b1ca_0_114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4" name="Google Shape;274;g3847426b1ca_0_114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1" name="Google Shape;281;g3847426b1ca_0_126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82" name="Google Shape;282;g3847426b1ca_0_126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9" name="Google Shape;289;g3847426b1ca_0_13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90" name="Google Shape;290;g3847426b1ca_0_13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8" name="Google Shape;298;p18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99" name="Google Shape;299;p18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png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5.png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5.png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jp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png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11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2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png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3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4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5.png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2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5.png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2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5.png"/></Relationships>
</file>

<file path=ppt/slideLayouts/_rels/slideLayout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5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Титульный слайд">
  <p:cSld name="Титульный слайд">
    <p:bg>
      <p:bgPr>
        <a:solidFill>
          <a:schemeClr val="lt1"/>
        </a:solidFill>
        <a:effectLst/>
      </p:bgPr>
    </p:bg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Google Shape;14;p20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5910309"/>
            <a:ext cx="12192000" cy="947691"/>
          </a:xfrm>
          <a:prstGeom prst="rect">
            <a:avLst/>
          </a:prstGeom>
          <a:noFill/>
          <a:ln>
            <a:noFill/>
          </a:ln>
        </p:spPr>
      </p:pic>
      <p:sp>
        <p:nvSpPr>
          <p:cNvPr id="15" name="Google Shape;15;p20"/>
          <p:cNvSpPr txBox="1">
            <a:spLocks noGrp="1"/>
          </p:cNvSpPr>
          <p:nvPr>
            <p:ph type="ctrTitle"/>
          </p:nvPr>
        </p:nvSpPr>
        <p:spPr>
          <a:xfrm>
            <a:off x="838200" y="1671545"/>
            <a:ext cx="10515600" cy="238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6000"/>
              <a:buFont typeface="Arial"/>
              <a:buNone/>
              <a:defRPr sz="6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16" name="Google Shape;16;p20"/>
          <p:cNvSpPr txBox="1">
            <a:spLocks noGrp="1"/>
          </p:cNvSpPr>
          <p:nvPr>
            <p:ph type="subTitle" idx="1"/>
          </p:nvPr>
        </p:nvSpPr>
        <p:spPr>
          <a:xfrm>
            <a:off x="838199" y="4151220"/>
            <a:ext cx="10515599" cy="1655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ctr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3"/>
              </a:buClr>
              <a:buSzPts val="2400"/>
              <a:buFont typeface="Arial"/>
              <a:buNone/>
              <a:defRPr sz="2400" b="0" i="0" u="none" strike="noStrike" cap="none">
                <a:solidFill>
                  <a:schemeClr val="accent3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ctr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ctr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ctr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ctr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ctr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ctr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ctr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ctr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pic>
        <p:nvPicPr>
          <p:cNvPr id="17" name="Google Shape;17;p20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4894560" y="867420"/>
            <a:ext cx="2402881" cy="1392830"/>
          </a:xfrm>
          <a:prstGeom prst="rect">
            <a:avLst/>
          </a:prstGeom>
          <a:noFill/>
          <a:ln>
            <a:noFill/>
          </a:ln>
        </p:spPr>
      </p:pic>
      <p:sp>
        <p:nvSpPr>
          <p:cNvPr id="18" name="Google Shape;18;p20"/>
          <p:cNvSpPr txBox="1">
            <a:spLocks noGrp="1"/>
          </p:cNvSpPr>
          <p:nvPr>
            <p:ph type="body" idx="2"/>
          </p:nvPr>
        </p:nvSpPr>
        <p:spPr>
          <a:xfrm>
            <a:off x="838201" y="6341397"/>
            <a:ext cx="3101410" cy="3746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9" name="Google Shape;19;p20"/>
          <p:cNvSpPr txBox="1">
            <a:spLocks noGrp="1"/>
          </p:cNvSpPr>
          <p:nvPr>
            <p:ph type="sldNum" idx="12"/>
          </p:nvPr>
        </p:nvSpPr>
        <p:spPr>
          <a:xfrm>
            <a:off x="9318522" y="6356350"/>
            <a:ext cx="2035278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 sz="12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lvl="1" indent="0" algn="r">
              <a:spcBef>
                <a:spcPts val="0"/>
              </a:spcBef>
              <a:buNone/>
              <a:defRPr sz="12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lvl="2" indent="0" algn="r">
              <a:spcBef>
                <a:spcPts val="0"/>
              </a:spcBef>
              <a:buNone/>
              <a:defRPr sz="12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lvl="3" indent="0" algn="r">
              <a:spcBef>
                <a:spcPts val="0"/>
              </a:spcBef>
              <a:buNone/>
              <a:defRPr sz="12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lvl="4" indent="0" algn="r">
              <a:spcBef>
                <a:spcPts val="0"/>
              </a:spcBef>
              <a:buNone/>
              <a:defRPr sz="12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lvl="5" indent="0" algn="r">
              <a:spcBef>
                <a:spcPts val="0"/>
              </a:spcBef>
              <a:buNone/>
              <a:defRPr sz="12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lvl="6" indent="0" algn="r">
              <a:spcBef>
                <a:spcPts val="0"/>
              </a:spcBef>
              <a:buNone/>
              <a:defRPr sz="12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lvl="7" indent="0" algn="r">
              <a:spcBef>
                <a:spcPts val="0"/>
              </a:spcBef>
              <a:buNone/>
              <a:defRPr sz="12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lvl="8" indent="0" algn="r">
              <a:spcBef>
                <a:spcPts val="0"/>
              </a:spcBef>
              <a:buNone/>
              <a:defRPr sz="12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20" name="Google Shape;20;p20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171382" y="6306797"/>
            <a:ext cx="1849235" cy="35503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Заголовок и объект">
  <p:cSld name="Заголовок и объект">
    <p:bg>
      <p:bgPr>
        <a:solidFill>
          <a:schemeClr val="lt1"/>
        </a:solidFill>
        <a:effectLst/>
      </p:bgPr>
    </p:bg>
    <p:spTree>
      <p:nvGrpSpPr>
        <p:cNvPr id="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21"/>
          <p:cNvSpPr txBox="1">
            <a:spLocks noGrp="1"/>
          </p:cNvSpPr>
          <p:nvPr>
            <p:ph type="body" idx="1"/>
          </p:nvPr>
        </p:nvSpPr>
        <p:spPr>
          <a:xfrm>
            <a:off x="838201" y="1714500"/>
            <a:ext cx="5074557" cy="170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marR="0" lvl="0" indent="-355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3" name="Google Shape;23;p21"/>
          <p:cNvSpPr txBox="1">
            <a:spLocks noGrp="1"/>
          </p:cNvSpPr>
          <p:nvPr>
            <p:ph type="title"/>
          </p:nvPr>
        </p:nvSpPr>
        <p:spPr>
          <a:xfrm>
            <a:off x="838201" y="474531"/>
            <a:ext cx="8578173" cy="85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400"/>
              <a:buFont typeface="Arial"/>
              <a:buNone/>
              <a:defRPr sz="4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24" name="Google Shape;24;p21"/>
          <p:cNvSpPr txBox="1">
            <a:spLocks noGrp="1"/>
          </p:cNvSpPr>
          <p:nvPr>
            <p:ph type="body" idx="2"/>
          </p:nvPr>
        </p:nvSpPr>
        <p:spPr>
          <a:xfrm>
            <a:off x="6223821" y="1714500"/>
            <a:ext cx="5129978" cy="170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marR="0" lvl="0" indent="-355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pic>
        <p:nvPicPr>
          <p:cNvPr id="25" name="Google Shape;25;p21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5910309"/>
            <a:ext cx="12192000" cy="947691"/>
          </a:xfrm>
          <a:prstGeom prst="rect">
            <a:avLst/>
          </a:prstGeom>
          <a:noFill/>
          <a:ln>
            <a:noFill/>
          </a:ln>
        </p:spPr>
      </p:pic>
      <p:sp>
        <p:nvSpPr>
          <p:cNvPr id="26" name="Google Shape;26;p21"/>
          <p:cNvSpPr txBox="1">
            <a:spLocks noGrp="1"/>
          </p:cNvSpPr>
          <p:nvPr>
            <p:ph type="body" idx="3"/>
          </p:nvPr>
        </p:nvSpPr>
        <p:spPr>
          <a:xfrm>
            <a:off x="838201" y="6341397"/>
            <a:ext cx="3101410" cy="3746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767676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67676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7" name="Google Shape;27;p21"/>
          <p:cNvSpPr txBox="1">
            <a:spLocks noGrp="1"/>
          </p:cNvSpPr>
          <p:nvPr>
            <p:ph type="sldNum" idx="12"/>
          </p:nvPr>
        </p:nvSpPr>
        <p:spPr>
          <a:xfrm>
            <a:off x="9318522" y="6356350"/>
            <a:ext cx="2035278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 sz="1200" b="0" i="0" u="none" strike="noStrike" cap="none">
                <a:solidFill>
                  <a:srgbClr val="767676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lvl="1" indent="0" algn="r">
              <a:spcBef>
                <a:spcPts val="0"/>
              </a:spcBef>
              <a:buNone/>
              <a:defRPr sz="1200" b="0" i="0" u="none" strike="noStrike" cap="none">
                <a:solidFill>
                  <a:srgbClr val="767676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lvl="2" indent="0" algn="r">
              <a:spcBef>
                <a:spcPts val="0"/>
              </a:spcBef>
              <a:buNone/>
              <a:defRPr sz="1200" b="0" i="0" u="none" strike="noStrike" cap="none">
                <a:solidFill>
                  <a:srgbClr val="767676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lvl="3" indent="0" algn="r">
              <a:spcBef>
                <a:spcPts val="0"/>
              </a:spcBef>
              <a:buNone/>
              <a:defRPr sz="1200" b="0" i="0" u="none" strike="noStrike" cap="none">
                <a:solidFill>
                  <a:srgbClr val="767676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lvl="4" indent="0" algn="r">
              <a:spcBef>
                <a:spcPts val="0"/>
              </a:spcBef>
              <a:buNone/>
              <a:defRPr sz="1200" b="0" i="0" u="none" strike="noStrike" cap="none">
                <a:solidFill>
                  <a:srgbClr val="767676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lvl="5" indent="0" algn="r">
              <a:spcBef>
                <a:spcPts val="0"/>
              </a:spcBef>
              <a:buNone/>
              <a:defRPr sz="1200" b="0" i="0" u="none" strike="noStrike" cap="none">
                <a:solidFill>
                  <a:srgbClr val="767676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lvl="6" indent="0" algn="r">
              <a:spcBef>
                <a:spcPts val="0"/>
              </a:spcBef>
              <a:buNone/>
              <a:defRPr sz="1200" b="0" i="0" u="none" strike="noStrike" cap="none">
                <a:solidFill>
                  <a:srgbClr val="767676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lvl="7" indent="0" algn="r">
              <a:spcBef>
                <a:spcPts val="0"/>
              </a:spcBef>
              <a:buNone/>
              <a:defRPr sz="1200" b="0" i="0" u="none" strike="noStrike" cap="none">
                <a:solidFill>
                  <a:srgbClr val="767676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lvl="8" indent="0" algn="r">
              <a:spcBef>
                <a:spcPts val="0"/>
              </a:spcBef>
              <a:buNone/>
              <a:defRPr sz="1200" b="0" i="0" u="none" strike="noStrike" cap="none">
                <a:solidFill>
                  <a:srgbClr val="767676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28" name="Google Shape;28;p21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171380" y="6306797"/>
            <a:ext cx="1849240" cy="35503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4_Титульный слайд">
  <p:cSld name="4_Титульный слайд">
    <p:bg>
      <p:bgPr>
        <a:solidFill>
          <a:schemeClr val="accent2"/>
        </a:solidFill>
        <a:effectLst/>
      </p:bgPr>
    </p:bg>
    <p:spTree>
      <p:nvGrpSpPr>
        <p:cNvPr id="1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" name="Google Shape;30;p22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-1" y="499630"/>
            <a:ext cx="12192000" cy="5576705"/>
          </a:xfrm>
          <a:prstGeom prst="rect">
            <a:avLst/>
          </a:prstGeom>
          <a:noFill/>
          <a:ln>
            <a:noFill/>
          </a:ln>
        </p:spPr>
      </p:pic>
      <p:sp>
        <p:nvSpPr>
          <p:cNvPr id="31" name="Google Shape;31;p22"/>
          <p:cNvSpPr txBox="1">
            <a:spLocks noGrp="1"/>
          </p:cNvSpPr>
          <p:nvPr>
            <p:ph type="body" idx="1"/>
          </p:nvPr>
        </p:nvSpPr>
        <p:spPr>
          <a:xfrm>
            <a:off x="838201" y="6341397"/>
            <a:ext cx="3101410" cy="3746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32" name="Google Shape;32;p22"/>
          <p:cNvSpPr txBox="1">
            <a:spLocks noGrp="1"/>
          </p:cNvSpPr>
          <p:nvPr>
            <p:ph type="sldNum" idx="12"/>
          </p:nvPr>
        </p:nvSpPr>
        <p:spPr>
          <a:xfrm>
            <a:off x="9318522" y="6356350"/>
            <a:ext cx="2035278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 sz="12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lvl="1" indent="0" algn="r">
              <a:spcBef>
                <a:spcPts val="0"/>
              </a:spcBef>
              <a:buNone/>
              <a:defRPr sz="12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lvl="2" indent="0" algn="r">
              <a:spcBef>
                <a:spcPts val="0"/>
              </a:spcBef>
              <a:buNone/>
              <a:defRPr sz="12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lvl="3" indent="0" algn="r">
              <a:spcBef>
                <a:spcPts val="0"/>
              </a:spcBef>
              <a:buNone/>
              <a:defRPr sz="12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lvl="4" indent="0" algn="r">
              <a:spcBef>
                <a:spcPts val="0"/>
              </a:spcBef>
              <a:buNone/>
              <a:defRPr sz="12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lvl="5" indent="0" algn="r">
              <a:spcBef>
                <a:spcPts val="0"/>
              </a:spcBef>
              <a:buNone/>
              <a:defRPr sz="12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lvl="6" indent="0" algn="r">
              <a:spcBef>
                <a:spcPts val="0"/>
              </a:spcBef>
              <a:buNone/>
              <a:defRPr sz="12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lvl="7" indent="0" algn="r">
              <a:spcBef>
                <a:spcPts val="0"/>
              </a:spcBef>
              <a:buNone/>
              <a:defRPr sz="12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lvl="8" indent="0" algn="r">
              <a:spcBef>
                <a:spcPts val="0"/>
              </a:spcBef>
              <a:buNone/>
              <a:defRPr sz="12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33" name="Google Shape;33;p22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171382" y="6306797"/>
            <a:ext cx="1849235" cy="355038"/>
          </a:xfrm>
          <a:prstGeom prst="rect">
            <a:avLst/>
          </a:prstGeom>
          <a:noFill/>
          <a:ln>
            <a:noFill/>
          </a:ln>
        </p:spPr>
      </p:pic>
      <p:sp>
        <p:nvSpPr>
          <p:cNvPr id="34" name="Google Shape;34;p22"/>
          <p:cNvSpPr txBox="1">
            <a:spLocks noGrp="1"/>
          </p:cNvSpPr>
          <p:nvPr>
            <p:ph type="ctrTitle"/>
          </p:nvPr>
        </p:nvSpPr>
        <p:spPr>
          <a:xfrm>
            <a:off x="838201" y="2528374"/>
            <a:ext cx="10515599" cy="238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6000"/>
              <a:buFont typeface="Arial"/>
              <a:buNone/>
              <a:defRPr sz="6000" b="0" i="0" u="none" strike="noStrike" cap="none">
                <a:solidFill>
                  <a:schemeClr val="accent5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35" name="Google Shape;35;p22"/>
          <p:cNvSpPr txBox="1">
            <a:spLocks noGrp="1"/>
          </p:cNvSpPr>
          <p:nvPr>
            <p:ph type="subTitle" idx="2"/>
          </p:nvPr>
        </p:nvSpPr>
        <p:spPr>
          <a:xfrm>
            <a:off x="838201" y="5008049"/>
            <a:ext cx="10515599" cy="1655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ctr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ctr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ctr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ctr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ctr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ctr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ctr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ctr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ctr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_Титульный слайд">
  <p:cSld name="1_Титульный слайд">
    <p:bg>
      <p:bgPr>
        <a:solidFill>
          <a:schemeClr val="dk2"/>
        </a:solidFill>
        <a:effectLst/>
      </p:bgPr>
    </p:bg>
    <p:spTree>
      <p:nvGrpSpPr>
        <p:cNvPr id="1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7" name="Google Shape;37;p23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5910309"/>
            <a:ext cx="12192000" cy="947691"/>
          </a:xfrm>
          <a:prstGeom prst="rect">
            <a:avLst/>
          </a:prstGeom>
          <a:noFill/>
          <a:ln>
            <a:noFill/>
          </a:ln>
        </p:spPr>
      </p:pic>
      <p:sp>
        <p:nvSpPr>
          <p:cNvPr id="38" name="Google Shape;38;p23"/>
          <p:cNvSpPr txBox="1">
            <a:spLocks noGrp="1"/>
          </p:cNvSpPr>
          <p:nvPr>
            <p:ph type="ctrTitle"/>
          </p:nvPr>
        </p:nvSpPr>
        <p:spPr>
          <a:xfrm>
            <a:off x="838201" y="1682560"/>
            <a:ext cx="10515599" cy="238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Arial"/>
              <a:buNone/>
              <a:defRPr sz="60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39" name="Google Shape;39;p23"/>
          <p:cNvSpPr txBox="1">
            <a:spLocks noGrp="1"/>
          </p:cNvSpPr>
          <p:nvPr>
            <p:ph type="subTitle" idx="1"/>
          </p:nvPr>
        </p:nvSpPr>
        <p:spPr>
          <a:xfrm>
            <a:off x="838201" y="4162235"/>
            <a:ext cx="10515599" cy="1655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ctr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3"/>
              </a:buClr>
              <a:buSzPts val="2400"/>
              <a:buFont typeface="Arial"/>
              <a:buNone/>
              <a:defRPr sz="2400" b="0" i="0" u="none" strike="noStrike" cap="none">
                <a:solidFill>
                  <a:schemeClr val="accent3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ctr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ctr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ctr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ctr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ctr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ctr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ctr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ctr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pic>
        <p:nvPicPr>
          <p:cNvPr id="40" name="Google Shape;40;p23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4894560" y="429394"/>
            <a:ext cx="2402881" cy="1953883"/>
          </a:xfrm>
          <a:prstGeom prst="rect">
            <a:avLst/>
          </a:prstGeom>
          <a:noFill/>
          <a:ln>
            <a:noFill/>
          </a:ln>
        </p:spPr>
      </p:pic>
      <p:sp>
        <p:nvSpPr>
          <p:cNvPr id="41" name="Google Shape;41;p23"/>
          <p:cNvSpPr txBox="1">
            <a:spLocks noGrp="1"/>
          </p:cNvSpPr>
          <p:nvPr>
            <p:ph type="body" idx="2"/>
          </p:nvPr>
        </p:nvSpPr>
        <p:spPr>
          <a:xfrm>
            <a:off x="838201" y="6341397"/>
            <a:ext cx="3101410" cy="3746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767676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67676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42" name="Google Shape;42;p23"/>
          <p:cNvSpPr txBox="1">
            <a:spLocks noGrp="1"/>
          </p:cNvSpPr>
          <p:nvPr>
            <p:ph type="sldNum" idx="12"/>
          </p:nvPr>
        </p:nvSpPr>
        <p:spPr>
          <a:xfrm>
            <a:off x="9318522" y="6356350"/>
            <a:ext cx="2035278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 sz="1200">
                <a:solidFill>
                  <a:srgbClr val="767676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lvl="1" indent="0" algn="r">
              <a:spcBef>
                <a:spcPts val="0"/>
              </a:spcBef>
              <a:buNone/>
              <a:defRPr sz="1200">
                <a:solidFill>
                  <a:srgbClr val="767676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lvl="2" indent="0" algn="r">
              <a:spcBef>
                <a:spcPts val="0"/>
              </a:spcBef>
              <a:buNone/>
              <a:defRPr sz="1200">
                <a:solidFill>
                  <a:srgbClr val="767676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lvl="3" indent="0" algn="r">
              <a:spcBef>
                <a:spcPts val="0"/>
              </a:spcBef>
              <a:buNone/>
              <a:defRPr sz="1200">
                <a:solidFill>
                  <a:srgbClr val="767676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lvl="4" indent="0" algn="r">
              <a:spcBef>
                <a:spcPts val="0"/>
              </a:spcBef>
              <a:buNone/>
              <a:defRPr sz="1200">
                <a:solidFill>
                  <a:srgbClr val="767676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lvl="5" indent="0" algn="r">
              <a:spcBef>
                <a:spcPts val="0"/>
              </a:spcBef>
              <a:buNone/>
              <a:defRPr sz="1200">
                <a:solidFill>
                  <a:srgbClr val="767676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lvl="6" indent="0" algn="r">
              <a:spcBef>
                <a:spcPts val="0"/>
              </a:spcBef>
              <a:buNone/>
              <a:defRPr sz="1200">
                <a:solidFill>
                  <a:srgbClr val="767676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lvl="7" indent="0" algn="r">
              <a:spcBef>
                <a:spcPts val="0"/>
              </a:spcBef>
              <a:buNone/>
              <a:defRPr sz="1200">
                <a:solidFill>
                  <a:srgbClr val="767676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lvl="8" indent="0" algn="r">
              <a:spcBef>
                <a:spcPts val="0"/>
              </a:spcBef>
              <a:buNone/>
              <a:defRPr sz="1200">
                <a:solidFill>
                  <a:srgbClr val="767676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43" name="Google Shape;43;p23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171380" y="6306797"/>
            <a:ext cx="1849240" cy="35503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3_Титульный слайд">
  <p:cSld name="3_Титульный слайд">
    <p:bg>
      <p:bgPr>
        <a:solidFill>
          <a:schemeClr val="dk2"/>
        </a:solidFill>
        <a:effectLst/>
      </p:bgPr>
    </p:bg>
    <p:spTree>
      <p:nvGrpSpPr>
        <p:cNvPr id="1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5" name="Google Shape;45;p24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-1" y="499630"/>
            <a:ext cx="12192000" cy="5576705"/>
          </a:xfrm>
          <a:prstGeom prst="rect">
            <a:avLst/>
          </a:prstGeom>
          <a:noFill/>
          <a:ln>
            <a:noFill/>
          </a:ln>
        </p:spPr>
      </p:pic>
      <p:sp>
        <p:nvSpPr>
          <p:cNvPr id="46" name="Google Shape;46;p24"/>
          <p:cNvSpPr txBox="1">
            <a:spLocks noGrp="1"/>
          </p:cNvSpPr>
          <p:nvPr>
            <p:ph type="ctrTitle"/>
          </p:nvPr>
        </p:nvSpPr>
        <p:spPr>
          <a:xfrm>
            <a:off x="838201" y="2528374"/>
            <a:ext cx="10515599" cy="238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6000"/>
              <a:buFont typeface="Arial"/>
              <a:buNone/>
              <a:defRPr sz="6000" b="0" i="0" u="none" strike="noStrike" cap="none">
                <a:solidFill>
                  <a:schemeClr val="accent3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47" name="Google Shape;47;p24"/>
          <p:cNvSpPr txBox="1">
            <a:spLocks noGrp="1"/>
          </p:cNvSpPr>
          <p:nvPr>
            <p:ph type="subTitle" idx="1"/>
          </p:nvPr>
        </p:nvSpPr>
        <p:spPr>
          <a:xfrm>
            <a:off x="838201" y="5008049"/>
            <a:ext cx="10515599" cy="106828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ctr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ctr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ctr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ctr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ctr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ctr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ctr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ctr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ctr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48" name="Google Shape;48;p24"/>
          <p:cNvSpPr txBox="1">
            <a:spLocks noGrp="1"/>
          </p:cNvSpPr>
          <p:nvPr>
            <p:ph type="body" idx="2"/>
          </p:nvPr>
        </p:nvSpPr>
        <p:spPr>
          <a:xfrm>
            <a:off x="838201" y="6341397"/>
            <a:ext cx="3101410" cy="3746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49" name="Google Shape;49;p24"/>
          <p:cNvSpPr txBox="1">
            <a:spLocks noGrp="1"/>
          </p:cNvSpPr>
          <p:nvPr>
            <p:ph type="sldNum" idx="12"/>
          </p:nvPr>
        </p:nvSpPr>
        <p:spPr>
          <a:xfrm>
            <a:off x="9318522" y="6356350"/>
            <a:ext cx="2035278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 sz="12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lvl="1" indent="0" algn="r">
              <a:spcBef>
                <a:spcPts val="0"/>
              </a:spcBef>
              <a:buNone/>
              <a:defRPr sz="12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lvl="2" indent="0" algn="r">
              <a:spcBef>
                <a:spcPts val="0"/>
              </a:spcBef>
              <a:buNone/>
              <a:defRPr sz="12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lvl="3" indent="0" algn="r">
              <a:spcBef>
                <a:spcPts val="0"/>
              </a:spcBef>
              <a:buNone/>
              <a:defRPr sz="12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lvl="4" indent="0" algn="r">
              <a:spcBef>
                <a:spcPts val="0"/>
              </a:spcBef>
              <a:buNone/>
              <a:defRPr sz="12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lvl="5" indent="0" algn="r">
              <a:spcBef>
                <a:spcPts val="0"/>
              </a:spcBef>
              <a:buNone/>
              <a:defRPr sz="12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lvl="6" indent="0" algn="r">
              <a:spcBef>
                <a:spcPts val="0"/>
              </a:spcBef>
              <a:buNone/>
              <a:defRPr sz="12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lvl="7" indent="0" algn="r">
              <a:spcBef>
                <a:spcPts val="0"/>
              </a:spcBef>
              <a:buNone/>
              <a:defRPr sz="12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lvl="8" indent="0" algn="r">
              <a:spcBef>
                <a:spcPts val="0"/>
              </a:spcBef>
              <a:buNone/>
              <a:defRPr sz="12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50" name="Google Shape;50;p24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171382" y="6306797"/>
            <a:ext cx="1849235" cy="35503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2_Титульный слайд">
  <p:cSld name="2_Титульный слайд">
    <p:bg>
      <p:bgPr>
        <a:solidFill>
          <a:schemeClr val="accent2"/>
        </a:solidFill>
        <a:effectLst/>
      </p:bgPr>
    </p:bg>
    <p:spTree>
      <p:nvGrpSpPr>
        <p:cNvPr id="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2" name="Google Shape;52;p25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5910309"/>
            <a:ext cx="12192000" cy="947691"/>
          </a:xfrm>
          <a:prstGeom prst="rect">
            <a:avLst/>
          </a:prstGeom>
          <a:noFill/>
          <a:ln>
            <a:noFill/>
          </a:ln>
        </p:spPr>
      </p:pic>
      <p:sp>
        <p:nvSpPr>
          <p:cNvPr id="53" name="Google Shape;53;p25"/>
          <p:cNvSpPr txBox="1">
            <a:spLocks noGrp="1"/>
          </p:cNvSpPr>
          <p:nvPr>
            <p:ph type="ctrTitle"/>
          </p:nvPr>
        </p:nvSpPr>
        <p:spPr>
          <a:xfrm>
            <a:off x="838201" y="1319003"/>
            <a:ext cx="10515599" cy="238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Arial"/>
              <a:buNone/>
              <a:defRPr sz="60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54" name="Google Shape;54;p25"/>
          <p:cNvSpPr txBox="1">
            <a:spLocks noGrp="1"/>
          </p:cNvSpPr>
          <p:nvPr>
            <p:ph type="subTitle" idx="1"/>
          </p:nvPr>
        </p:nvSpPr>
        <p:spPr>
          <a:xfrm>
            <a:off x="838201" y="3798678"/>
            <a:ext cx="10515599" cy="1655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ctr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5"/>
              </a:buClr>
              <a:buSzPts val="2400"/>
              <a:buFont typeface="Arial"/>
              <a:buNone/>
              <a:defRPr sz="2400" b="0" i="0" u="none" strike="noStrike" cap="none">
                <a:solidFill>
                  <a:schemeClr val="accent5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ctr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ctr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ctr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ctr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ctr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ctr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ctr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ctr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pic>
        <p:nvPicPr>
          <p:cNvPr id="55" name="Google Shape;55;p25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4894560" y="429394"/>
            <a:ext cx="2402881" cy="1953882"/>
          </a:xfrm>
          <a:prstGeom prst="rect">
            <a:avLst/>
          </a:prstGeom>
          <a:noFill/>
          <a:ln>
            <a:noFill/>
          </a:ln>
        </p:spPr>
      </p:pic>
      <p:sp>
        <p:nvSpPr>
          <p:cNvPr id="56" name="Google Shape;56;p25"/>
          <p:cNvSpPr txBox="1">
            <a:spLocks noGrp="1"/>
          </p:cNvSpPr>
          <p:nvPr>
            <p:ph type="body" idx="2"/>
          </p:nvPr>
        </p:nvSpPr>
        <p:spPr>
          <a:xfrm>
            <a:off x="838201" y="6341397"/>
            <a:ext cx="3101410" cy="3746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767676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67676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57" name="Google Shape;57;p25"/>
          <p:cNvSpPr txBox="1">
            <a:spLocks noGrp="1"/>
          </p:cNvSpPr>
          <p:nvPr>
            <p:ph type="sldNum" idx="12"/>
          </p:nvPr>
        </p:nvSpPr>
        <p:spPr>
          <a:xfrm>
            <a:off x="9318522" y="6356350"/>
            <a:ext cx="2035278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 sz="1200">
                <a:solidFill>
                  <a:srgbClr val="767676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lvl="1" indent="0" algn="r">
              <a:spcBef>
                <a:spcPts val="0"/>
              </a:spcBef>
              <a:buNone/>
              <a:defRPr sz="1200">
                <a:solidFill>
                  <a:srgbClr val="767676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lvl="2" indent="0" algn="r">
              <a:spcBef>
                <a:spcPts val="0"/>
              </a:spcBef>
              <a:buNone/>
              <a:defRPr sz="1200">
                <a:solidFill>
                  <a:srgbClr val="767676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lvl="3" indent="0" algn="r">
              <a:spcBef>
                <a:spcPts val="0"/>
              </a:spcBef>
              <a:buNone/>
              <a:defRPr sz="1200">
                <a:solidFill>
                  <a:srgbClr val="767676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lvl="4" indent="0" algn="r">
              <a:spcBef>
                <a:spcPts val="0"/>
              </a:spcBef>
              <a:buNone/>
              <a:defRPr sz="1200">
                <a:solidFill>
                  <a:srgbClr val="767676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lvl="5" indent="0" algn="r">
              <a:spcBef>
                <a:spcPts val="0"/>
              </a:spcBef>
              <a:buNone/>
              <a:defRPr sz="1200">
                <a:solidFill>
                  <a:srgbClr val="767676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lvl="6" indent="0" algn="r">
              <a:spcBef>
                <a:spcPts val="0"/>
              </a:spcBef>
              <a:buNone/>
              <a:defRPr sz="1200">
                <a:solidFill>
                  <a:srgbClr val="767676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lvl="7" indent="0" algn="r">
              <a:spcBef>
                <a:spcPts val="0"/>
              </a:spcBef>
              <a:buNone/>
              <a:defRPr sz="1200">
                <a:solidFill>
                  <a:srgbClr val="767676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lvl="8" indent="0" algn="r">
              <a:spcBef>
                <a:spcPts val="0"/>
              </a:spcBef>
              <a:buNone/>
              <a:defRPr sz="1200">
                <a:solidFill>
                  <a:srgbClr val="767676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58" name="Google Shape;58;p25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171380" y="6306797"/>
            <a:ext cx="1849240" cy="35503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3_Заголовок и объект">
  <p:cSld name="3_Заголовок и объект">
    <p:bg>
      <p:bgPr>
        <a:solidFill>
          <a:schemeClr val="lt1"/>
        </a:solidFill>
        <a:effectLst/>
      </p:bgPr>
    </p:bg>
    <p:spTree>
      <p:nvGrpSpPr>
        <p:cNvPr id="1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0" name="Google Shape;60;p26"/>
          <p:cNvPicPr preferRelativeResize="0"/>
          <p:nvPr/>
        </p:nvPicPr>
        <p:blipFill rotWithShape="1">
          <a:blip r:embed="rId2">
            <a:alphaModFix/>
          </a:blip>
          <a:srcRect t="29990" r="3232"/>
          <a:stretch/>
        </p:blipFill>
        <p:spPr>
          <a:xfrm>
            <a:off x="6806594" y="0"/>
            <a:ext cx="5385406" cy="5844445"/>
          </a:xfrm>
          <a:prstGeom prst="rect">
            <a:avLst/>
          </a:prstGeom>
          <a:noFill/>
          <a:ln>
            <a:noFill/>
          </a:ln>
        </p:spPr>
      </p:pic>
      <p:pic>
        <p:nvPicPr>
          <p:cNvPr id="61" name="Google Shape;61;p26"/>
          <p:cNvPicPr preferRelativeResize="0"/>
          <p:nvPr/>
        </p:nvPicPr>
        <p:blipFill rotWithShape="1">
          <a:blip r:embed="rId3">
            <a:alphaModFix/>
          </a:blip>
          <a:srcRect l="2885" r="8325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62" name="Google Shape;62;p26"/>
          <p:cNvSpPr txBox="1">
            <a:spLocks noGrp="1"/>
          </p:cNvSpPr>
          <p:nvPr>
            <p:ph type="body" idx="1"/>
          </p:nvPr>
        </p:nvSpPr>
        <p:spPr>
          <a:xfrm>
            <a:off x="838202" y="2056024"/>
            <a:ext cx="5129980" cy="170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marR="0" lvl="0" indent="-355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63" name="Google Shape;63;p26"/>
          <p:cNvSpPr txBox="1">
            <a:spLocks noGrp="1"/>
          </p:cNvSpPr>
          <p:nvPr>
            <p:ph type="title"/>
          </p:nvPr>
        </p:nvSpPr>
        <p:spPr>
          <a:xfrm>
            <a:off x="838201" y="474531"/>
            <a:ext cx="4857519" cy="85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400"/>
              <a:buFont typeface="Arial"/>
              <a:buNone/>
              <a:defRPr sz="4400" b="0" i="0" u="none" strike="noStrike" cap="none">
                <a:solidFill>
                  <a:schemeClr val="accent3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64" name="Google Shape;64;p26"/>
          <p:cNvSpPr txBox="1">
            <a:spLocks noGrp="1"/>
          </p:cNvSpPr>
          <p:nvPr>
            <p:ph type="body" idx="2"/>
          </p:nvPr>
        </p:nvSpPr>
        <p:spPr>
          <a:xfrm>
            <a:off x="838201" y="6341397"/>
            <a:ext cx="3101410" cy="3746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65" name="Google Shape;65;p26"/>
          <p:cNvSpPr txBox="1">
            <a:spLocks noGrp="1"/>
          </p:cNvSpPr>
          <p:nvPr>
            <p:ph type="sldNum" idx="12"/>
          </p:nvPr>
        </p:nvSpPr>
        <p:spPr>
          <a:xfrm>
            <a:off x="9318522" y="6356350"/>
            <a:ext cx="2035278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 sz="1200">
                <a:solidFill>
                  <a:srgbClr val="767676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lvl="1" indent="0" algn="r">
              <a:spcBef>
                <a:spcPts val="0"/>
              </a:spcBef>
              <a:buNone/>
              <a:defRPr sz="1200">
                <a:solidFill>
                  <a:srgbClr val="767676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lvl="2" indent="0" algn="r">
              <a:spcBef>
                <a:spcPts val="0"/>
              </a:spcBef>
              <a:buNone/>
              <a:defRPr sz="1200">
                <a:solidFill>
                  <a:srgbClr val="767676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lvl="3" indent="0" algn="r">
              <a:spcBef>
                <a:spcPts val="0"/>
              </a:spcBef>
              <a:buNone/>
              <a:defRPr sz="1200">
                <a:solidFill>
                  <a:srgbClr val="767676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lvl="4" indent="0" algn="r">
              <a:spcBef>
                <a:spcPts val="0"/>
              </a:spcBef>
              <a:buNone/>
              <a:defRPr sz="1200">
                <a:solidFill>
                  <a:srgbClr val="767676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lvl="5" indent="0" algn="r">
              <a:spcBef>
                <a:spcPts val="0"/>
              </a:spcBef>
              <a:buNone/>
              <a:defRPr sz="1200">
                <a:solidFill>
                  <a:srgbClr val="767676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lvl="6" indent="0" algn="r">
              <a:spcBef>
                <a:spcPts val="0"/>
              </a:spcBef>
              <a:buNone/>
              <a:defRPr sz="1200">
                <a:solidFill>
                  <a:srgbClr val="767676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lvl="7" indent="0" algn="r">
              <a:spcBef>
                <a:spcPts val="0"/>
              </a:spcBef>
              <a:buNone/>
              <a:defRPr sz="1200">
                <a:solidFill>
                  <a:srgbClr val="767676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lvl="8" indent="0" algn="r">
              <a:spcBef>
                <a:spcPts val="0"/>
              </a:spcBef>
              <a:buNone/>
              <a:defRPr sz="1200">
                <a:solidFill>
                  <a:srgbClr val="767676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66" name="Google Shape;66;p26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171382" y="6306797"/>
            <a:ext cx="1849235" cy="35503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8_Заголовок и объект">
  <p:cSld name="8_Заголовок и объект">
    <p:bg>
      <p:bgPr>
        <a:solidFill>
          <a:schemeClr val="lt1"/>
        </a:solidFill>
        <a:effectLst/>
      </p:bgPr>
    </p:bg>
    <p:spTree>
      <p:nvGrpSpPr>
        <p:cNvPr id="1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p27"/>
          <p:cNvSpPr txBox="1">
            <a:spLocks noGrp="1"/>
          </p:cNvSpPr>
          <p:nvPr>
            <p:ph type="body" idx="1"/>
          </p:nvPr>
        </p:nvSpPr>
        <p:spPr>
          <a:xfrm>
            <a:off x="838201" y="2056020"/>
            <a:ext cx="5129981" cy="170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marR="0" lvl="0" indent="-355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69" name="Google Shape;69;p27"/>
          <p:cNvSpPr txBox="1">
            <a:spLocks noGrp="1"/>
          </p:cNvSpPr>
          <p:nvPr>
            <p:ph type="title"/>
          </p:nvPr>
        </p:nvSpPr>
        <p:spPr>
          <a:xfrm>
            <a:off x="838201" y="474531"/>
            <a:ext cx="4725317" cy="85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400"/>
              <a:buFont typeface="Arial"/>
              <a:buNone/>
              <a:defRPr sz="4400" b="0" i="0" u="none" strike="noStrike" cap="none">
                <a:solidFill>
                  <a:schemeClr val="accent3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pic>
        <p:nvPicPr>
          <p:cNvPr id="70" name="Google Shape;70;p27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9718940" y="700391"/>
            <a:ext cx="1634859" cy="400373"/>
          </a:xfrm>
          <a:prstGeom prst="rect">
            <a:avLst/>
          </a:prstGeom>
          <a:noFill/>
          <a:ln>
            <a:noFill/>
          </a:ln>
        </p:spPr>
      </p:pic>
      <p:sp>
        <p:nvSpPr>
          <p:cNvPr id="71" name="Google Shape;71;p27"/>
          <p:cNvSpPr txBox="1">
            <a:spLocks noGrp="1"/>
          </p:cNvSpPr>
          <p:nvPr>
            <p:ph type="body" idx="2"/>
          </p:nvPr>
        </p:nvSpPr>
        <p:spPr>
          <a:xfrm>
            <a:off x="838201" y="6341397"/>
            <a:ext cx="3101410" cy="3746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767676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67676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72" name="Google Shape;72;p27"/>
          <p:cNvSpPr txBox="1">
            <a:spLocks noGrp="1"/>
          </p:cNvSpPr>
          <p:nvPr>
            <p:ph type="sldNum" idx="12"/>
          </p:nvPr>
        </p:nvSpPr>
        <p:spPr>
          <a:xfrm>
            <a:off x="9318522" y="6356350"/>
            <a:ext cx="2035278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 sz="1200">
                <a:solidFill>
                  <a:srgbClr val="767676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lvl="1" indent="0" algn="r">
              <a:spcBef>
                <a:spcPts val="0"/>
              </a:spcBef>
              <a:buNone/>
              <a:defRPr sz="1200">
                <a:solidFill>
                  <a:srgbClr val="767676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lvl="2" indent="0" algn="r">
              <a:spcBef>
                <a:spcPts val="0"/>
              </a:spcBef>
              <a:buNone/>
              <a:defRPr sz="1200">
                <a:solidFill>
                  <a:srgbClr val="767676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lvl="3" indent="0" algn="r">
              <a:spcBef>
                <a:spcPts val="0"/>
              </a:spcBef>
              <a:buNone/>
              <a:defRPr sz="1200">
                <a:solidFill>
                  <a:srgbClr val="767676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lvl="4" indent="0" algn="r">
              <a:spcBef>
                <a:spcPts val="0"/>
              </a:spcBef>
              <a:buNone/>
              <a:defRPr sz="1200">
                <a:solidFill>
                  <a:srgbClr val="767676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lvl="5" indent="0" algn="r">
              <a:spcBef>
                <a:spcPts val="0"/>
              </a:spcBef>
              <a:buNone/>
              <a:defRPr sz="1200">
                <a:solidFill>
                  <a:srgbClr val="767676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lvl="6" indent="0" algn="r">
              <a:spcBef>
                <a:spcPts val="0"/>
              </a:spcBef>
              <a:buNone/>
              <a:defRPr sz="1200">
                <a:solidFill>
                  <a:srgbClr val="767676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lvl="7" indent="0" algn="r">
              <a:spcBef>
                <a:spcPts val="0"/>
              </a:spcBef>
              <a:buNone/>
              <a:defRPr sz="1200">
                <a:solidFill>
                  <a:srgbClr val="767676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lvl="8" indent="0" algn="r">
              <a:spcBef>
                <a:spcPts val="0"/>
              </a:spcBef>
              <a:buNone/>
              <a:defRPr sz="1200">
                <a:solidFill>
                  <a:srgbClr val="767676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73" name="Google Shape;73;p27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171380" y="6306797"/>
            <a:ext cx="1849240" cy="35503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2_Заголовок и объект">
  <p:cSld name="2_Заголовок и объект">
    <p:bg>
      <p:bgPr>
        <a:solidFill>
          <a:schemeClr val="accent5"/>
        </a:solidFill>
        <a:effectLst/>
      </p:bgPr>
    </p:bg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5" name="Google Shape;75;p28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5914401"/>
            <a:ext cx="12192000" cy="231589"/>
          </a:xfrm>
          <a:prstGeom prst="rect">
            <a:avLst/>
          </a:prstGeom>
          <a:noFill/>
          <a:ln>
            <a:noFill/>
          </a:ln>
        </p:spPr>
      </p:pic>
      <p:sp>
        <p:nvSpPr>
          <p:cNvPr id="76" name="Google Shape;76;p28"/>
          <p:cNvSpPr txBox="1">
            <a:spLocks noGrp="1"/>
          </p:cNvSpPr>
          <p:nvPr>
            <p:ph type="title"/>
          </p:nvPr>
        </p:nvSpPr>
        <p:spPr>
          <a:xfrm>
            <a:off x="838201" y="474531"/>
            <a:ext cx="8558718" cy="85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400"/>
              <a:buFont typeface="Arial"/>
              <a:buNone/>
              <a:defRPr sz="4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pic>
        <p:nvPicPr>
          <p:cNvPr id="77" name="Google Shape;77;p28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9718940" y="700391"/>
            <a:ext cx="1634859" cy="400373"/>
          </a:xfrm>
          <a:prstGeom prst="rect">
            <a:avLst/>
          </a:prstGeom>
          <a:noFill/>
          <a:ln>
            <a:noFill/>
          </a:ln>
        </p:spPr>
      </p:pic>
      <p:sp>
        <p:nvSpPr>
          <p:cNvPr id="78" name="Google Shape;78;p28"/>
          <p:cNvSpPr txBox="1">
            <a:spLocks noGrp="1"/>
          </p:cNvSpPr>
          <p:nvPr>
            <p:ph type="body" idx="1"/>
          </p:nvPr>
        </p:nvSpPr>
        <p:spPr>
          <a:xfrm>
            <a:off x="838201" y="6341397"/>
            <a:ext cx="3101410" cy="3746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79" name="Google Shape;79;p28"/>
          <p:cNvSpPr txBox="1">
            <a:spLocks noGrp="1"/>
          </p:cNvSpPr>
          <p:nvPr>
            <p:ph type="sldNum" idx="12"/>
          </p:nvPr>
        </p:nvSpPr>
        <p:spPr>
          <a:xfrm>
            <a:off x="9318522" y="6356350"/>
            <a:ext cx="2035278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 sz="12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lvl="1" indent="0" algn="r">
              <a:spcBef>
                <a:spcPts val="0"/>
              </a:spcBef>
              <a:buNone/>
              <a:defRPr sz="12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lvl="2" indent="0" algn="r">
              <a:spcBef>
                <a:spcPts val="0"/>
              </a:spcBef>
              <a:buNone/>
              <a:defRPr sz="12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lvl="3" indent="0" algn="r">
              <a:spcBef>
                <a:spcPts val="0"/>
              </a:spcBef>
              <a:buNone/>
              <a:defRPr sz="12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lvl="4" indent="0" algn="r">
              <a:spcBef>
                <a:spcPts val="0"/>
              </a:spcBef>
              <a:buNone/>
              <a:defRPr sz="12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lvl="5" indent="0" algn="r">
              <a:spcBef>
                <a:spcPts val="0"/>
              </a:spcBef>
              <a:buNone/>
              <a:defRPr sz="12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lvl="6" indent="0" algn="r">
              <a:spcBef>
                <a:spcPts val="0"/>
              </a:spcBef>
              <a:buNone/>
              <a:defRPr sz="12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lvl="7" indent="0" algn="r">
              <a:spcBef>
                <a:spcPts val="0"/>
              </a:spcBef>
              <a:buNone/>
              <a:defRPr sz="12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lvl="8" indent="0" algn="r">
              <a:spcBef>
                <a:spcPts val="0"/>
              </a:spcBef>
              <a:buNone/>
              <a:defRPr sz="12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80" name="Google Shape;80;p28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171382" y="6306797"/>
            <a:ext cx="1849235" cy="35503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7_Заголовок и объект">
  <p:cSld name="7_Заголовок и объект">
    <p:bg>
      <p:bgPr>
        <a:solidFill>
          <a:schemeClr val="accent6"/>
        </a:solidFill>
        <a:effectLst/>
      </p:bgPr>
    </p:bg>
    <p:spTree>
      <p:nvGrpSpPr>
        <p:cNvPr id="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p29"/>
          <p:cNvSpPr txBox="1">
            <a:spLocks noGrp="1"/>
          </p:cNvSpPr>
          <p:nvPr>
            <p:ph type="title"/>
          </p:nvPr>
        </p:nvSpPr>
        <p:spPr>
          <a:xfrm>
            <a:off x="838201" y="474531"/>
            <a:ext cx="8675450" cy="85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400"/>
              <a:buFont typeface="Arial"/>
              <a:buNone/>
              <a:defRPr sz="4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pic>
        <p:nvPicPr>
          <p:cNvPr id="83" name="Google Shape;83;p29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9718941" y="700391"/>
            <a:ext cx="1634857" cy="400373"/>
          </a:xfrm>
          <a:prstGeom prst="rect">
            <a:avLst/>
          </a:prstGeom>
          <a:noFill/>
          <a:ln>
            <a:noFill/>
          </a:ln>
        </p:spPr>
      </p:pic>
      <p:sp>
        <p:nvSpPr>
          <p:cNvPr id="84" name="Google Shape;84;p29"/>
          <p:cNvSpPr txBox="1">
            <a:spLocks noGrp="1"/>
          </p:cNvSpPr>
          <p:nvPr>
            <p:ph type="body" idx="1"/>
          </p:nvPr>
        </p:nvSpPr>
        <p:spPr>
          <a:xfrm>
            <a:off x="838201" y="6341397"/>
            <a:ext cx="3101410" cy="3746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85" name="Google Shape;85;p29"/>
          <p:cNvSpPr txBox="1">
            <a:spLocks noGrp="1"/>
          </p:cNvSpPr>
          <p:nvPr>
            <p:ph type="sldNum" idx="12"/>
          </p:nvPr>
        </p:nvSpPr>
        <p:spPr>
          <a:xfrm>
            <a:off x="9318522" y="6356350"/>
            <a:ext cx="2035278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 sz="12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lvl="1" indent="0" algn="r">
              <a:spcBef>
                <a:spcPts val="0"/>
              </a:spcBef>
              <a:buNone/>
              <a:defRPr sz="12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lvl="2" indent="0" algn="r">
              <a:spcBef>
                <a:spcPts val="0"/>
              </a:spcBef>
              <a:buNone/>
              <a:defRPr sz="12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lvl="3" indent="0" algn="r">
              <a:spcBef>
                <a:spcPts val="0"/>
              </a:spcBef>
              <a:buNone/>
              <a:defRPr sz="12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lvl="4" indent="0" algn="r">
              <a:spcBef>
                <a:spcPts val="0"/>
              </a:spcBef>
              <a:buNone/>
              <a:defRPr sz="12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lvl="5" indent="0" algn="r">
              <a:spcBef>
                <a:spcPts val="0"/>
              </a:spcBef>
              <a:buNone/>
              <a:defRPr sz="12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lvl="6" indent="0" algn="r">
              <a:spcBef>
                <a:spcPts val="0"/>
              </a:spcBef>
              <a:buNone/>
              <a:defRPr sz="12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lvl="7" indent="0" algn="r">
              <a:spcBef>
                <a:spcPts val="0"/>
              </a:spcBef>
              <a:buNone/>
              <a:defRPr sz="12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lvl="8" indent="0" algn="r">
              <a:spcBef>
                <a:spcPts val="0"/>
              </a:spcBef>
              <a:buNone/>
              <a:defRPr sz="12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86" name="Google Shape;86;p29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171382" y="6306797"/>
            <a:ext cx="1849235" cy="35503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6_Заголовок и объект">
  <p:cSld name="6_Заголовок и объект">
    <p:bg>
      <p:bgPr>
        <a:solidFill>
          <a:schemeClr val="lt1"/>
        </a:solidFill>
        <a:effectLst/>
      </p:bgPr>
    </p:bg>
    <p:spTree>
      <p:nvGrpSpPr>
        <p:cNvPr id="1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30"/>
          <p:cNvSpPr txBox="1">
            <a:spLocks noGrp="1"/>
          </p:cNvSpPr>
          <p:nvPr>
            <p:ph type="title"/>
          </p:nvPr>
        </p:nvSpPr>
        <p:spPr>
          <a:xfrm>
            <a:off x="838201" y="474531"/>
            <a:ext cx="8646267" cy="85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4400"/>
              <a:buFont typeface="Arial"/>
              <a:buNone/>
              <a:defRPr sz="4400" b="0" i="0" u="none" strike="noStrike" cap="none">
                <a:solidFill>
                  <a:schemeClr val="accent5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pic>
        <p:nvPicPr>
          <p:cNvPr id="89" name="Google Shape;89;p30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5913186"/>
            <a:ext cx="12192000" cy="231590"/>
          </a:xfrm>
          <a:prstGeom prst="rect">
            <a:avLst/>
          </a:prstGeom>
          <a:noFill/>
          <a:ln>
            <a:noFill/>
          </a:ln>
        </p:spPr>
      </p:pic>
      <p:pic>
        <p:nvPicPr>
          <p:cNvPr id="90" name="Google Shape;90;p30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9718940" y="700391"/>
            <a:ext cx="1634859" cy="400373"/>
          </a:xfrm>
          <a:prstGeom prst="rect">
            <a:avLst/>
          </a:prstGeom>
          <a:noFill/>
          <a:ln>
            <a:noFill/>
          </a:ln>
        </p:spPr>
      </p:pic>
      <p:sp>
        <p:nvSpPr>
          <p:cNvPr id="91" name="Google Shape;91;p30"/>
          <p:cNvSpPr txBox="1">
            <a:spLocks noGrp="1"/>
          </p:cNvSpPr>
          <p:nvPr>
            <p:ph type="body" idx="1"/>
          </p:nvPr>
        </p:nvSpPr>
        <p:spPr>
          <a:xfrm>
            <a:off x="838201" y="6341397"/>
            <a:ext cx="3101410" cy="3746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767676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67676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92" name="Google Shape;92;p30"/>
          <p:cNvSpPr txBox="1">
            <a:spLocks noGrp="1"/>
          </p:cNvSpPr>
          <p:nvPr>
            <p:ph type="sldNum" idx="12"/>
          </p:nvPr>
        </p:nvSpPr>
        <p:spPr>
          <a:xfrm>
            <a:off x="9318522" y="6356350"/>
            <a:ext cx="2035278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 sz="1200">
                <a:solidFill>
                  <a:srgbClr val="767676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lvl="1" indent="0" algn="r">
              <a:spcBef>
                <a:spcPts val="0"/>
              </a:spcBef>
              <a:buNone/>
              <a:defRPr sz="1200">
                <a:solidFill>
                  <a:srgbClr val="767676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lvl="2" indent="0" algn="r">
              <a:spcBef>
                <a:spcPts val="0"/>
              </a:spcBef>
              <a:buNone/>
              <a:defRPr sz="1200">
                <a:solidFill>
                  <a:srgbClr val="767676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lvl="3" indent="0" algn="r">
              <a:spcBef>
                <a:spcPts val="0"/>
              </a:spcBef>
              <a:buNone/>
              <a:defRPr sz="1200">
                <a:solidFill>
                  <a:srgbClr val="767676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lvl="4" indent="0" algn="r">
              <a:spcBef>
                <a:spcPts val="0"/>
              </a:spcBef>
              <a:buNone/>
              <a:defRPr sz="1200">
                <a:solidFill>
                  <a:srgbClr val="767676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lvl="5" indent="0" algn="r">
              <a:spcBef>
                <a:spcPts val="0"/>
              </a:spcBef>
              <a:buNone/>
              <a:defRPr sz="1200">
                <a:solidFill>
                  <a:srgbClr val="767676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lvl="6" indent="0" algn="r">
              <a:spcBef>
                <a:spcPts val="0"/>
              </a:spcBef>
              <a:buNone/>
              <a:defRPr sz="1200">
                <a:solidFill>
                  <a:srgbClr val="767676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lvl="7" indent="0" algn="r">
              <a:spcBef>
                <a:spcPts val="0"/>
              </a:spcBef>
              <a:buNone/>
              <a:defRPr sz="1200">
                <a:solidFill>
                  <a:srgbClr val="767676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lvl="8" indent="0" algn="r">
              <a:spcBef>
                <a:spcPts val="0"/>
              </a:spcBef>
              <a:buNone/>
              <a:defRPr sz="1200">
                <a:solidFill>
                  <a:srgbClr val="767676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93" name="Google Shape;93;p30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171380" y="6306797"/>
            <a:ext cx="1849240" cy="35503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5_Заголовок и объект">
  <p:cSld name="5_Заголовок и объект">
    <p:bg>
      <p:bgPr>
        <a:solidFill>
          <a:srgbClr val="ECEEEE"/>
        </a:solidFill>
        <a:effectLst/>
      </p:bgPr>
    </p:bg>
    <p:spTree>
      <p:nvGrpSpPr>
        <p:cNvPr id="1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5" name="Google Shape;95;p31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5914401"/>
            <a:ext cx="12192000" cy="231589"/>
          </a:xfrm>
          <a:prstGeom prst="rect">
            <a:avLst/>
          </a:prstGeom>
          <a:noFill/>
          <a:ln>
            <a:noFill/>
          </a:ln>
        </p:spPr>
      </p:pic>
      <p:sp>
        <p:nvSpPr>
          <p:cNvPr id="96" name="Google Shape;96;p31"/>
          <p:cNvSpPr txBox="1">
            <a:spLocks noGrp="1"/>
          </p:cNvSpPr>
          <p:nvPr>
            <p:ph type="title"/>
          </p:nvPr>
        </p:nvSpPr>
        <p:spPr>
          <a:xfrm>
            <a:off x="838201" y="474531"/>
            <a:ext cx="8587901" cy="85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400"/>
              <a:buFont typeface="Arial"/>
              <a:buNone/>
              <a:defRPr sz="4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pic>
        <p:nvPicPr>
          <p:cNvPr id="97" name="Google Shape;97;p31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9718940" y="700391"/>
            <a:ext cx="1634859" cy="400373"/>
          </a:xfrm>
          <a:prstGeom prst="rect">
            <a:avLst/>
          </a:prstGeom>
          <a:noFill/>
          <a:ln>
            <a:noFill/>
          </a:ln>
        </p:spPr>
      </p:pic>
      <p:sp>
        <p:nvSpPr>
          <p:cNvPr id="98" name="Google Shape;98;p31"/>
          <p:cNvSpPr txBox="1">
            <a:spLocks noGrp="1"/>
          </p:cNvSpPr>
          <p:nvPr>
            <p:ph type="body" idx="1"/>
          </p:nvPr>
        </p:nvSpPr>
        <p:spPr>
          <a:xfrm>
            <a:off x="838201" y="6341397"/>
            <a:ext cx="3101410" cy="3746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767676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67676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99" name="Google Shape;99;p31"/>
          <p:cNvSpPr txBox="1">
            <a:spLocks noGrp="1"/>
          </p:cNvSpPr>
          <p:nvPr>
            <p:ph type="sldNum" idx="12"/>
          </p:nvPr>
        </p:nvSpPr>
        <p:spPr>
          <a:xfrm>
            <a:off x="9318522" y="6356350"/>
            <a:ext cx="2035278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 sz="1200">
                <a:solidFill>
                  <a:srgbClr val="767676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lvl="1" indent="0" algn="r">
              <a:spcBef>
                <a:spcPts val="0"/>
              </a:spcBef>
              <a:buNone/>
              <a:defRPr sz="1200">
                <a:solidFill>
                  <a:srgbClr val="767676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lvl="2" indent="0" algn="r">
              <a:spcBef>
                <a:spcPts val="0"/>
              </a:spcBef>
              <a:buNone/>
              <a:defRPr sz="1200">
                <a:solidFill>
                  <a:srgbClr val="767676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lvl="3" indent="0" algn="r">
              <a:spcBef>
                <a:spcPts val="0"/>
              </a:spcBef>
              <a:buNone/>
              <a:defRPr sz="1200">
                <a:solidFill>
                  <a:srgbClr val="767676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lvl="4" indent="0" algn="r">
              <a:spcBef>
                <a:spcPts val="0"/>
              </a:spcBef>
              <a:buNone/>
              <a:defRPr sz="1200">
                <a:solidFill>
                  <a:srgbClr val="767676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lvl="5" indent="0" algn="r">
              <a:spcBef>
                <a:spcPts val="0"/>
              </a:spcBef>
              <a:buNone/>
              <a:defRPr sz="1200">
                <a:solidFill>
                  <a:srgbClr val="767676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lvl="6" indent="0" algn="r">
              <a:spcBef>
                <a:spcPts val="0"/>
              </a:spcBef>
              <a:buNone/>
              <a:defRPr sz="1200">
                <a:solidFill>
                  <a:srgbClr val="767676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lvl="7" indent="0" algn="r">
              <a:spcBef>
                <a:spcPts val="0"/>
              </a:spcBef>
              <a:buNone/>
              <a:defRPr sz="1200">
                <a:solidFill>
                  <a:srgbClr val="767676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lvl="8" indent="0" algn="r">
              <a:spcBef>
                <a:spcPts val="0"/>
              </a:spcBef>
              <a:buNone/>
              <a:defRPr sz="1200">
                <a:solidFill>
                  <a:srgbClr val="767676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100" name="Google Shape;100;p31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171380" y="6306797"/>
            <a:ext cx="1849240" cy="35503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4_Заголовок и объект">
  <p:cSld name="4_Заголовок и объект">
    <p:bg>
      <p:bgPr>
        <a:solidFill>
          <a:srgbClr val="ECEEEE"/>
        </a:solidFill>
        <a:effectLst/>
      </p:bgPr>
    </p:bg>
    <p:spTree>
      <p:nvGrpSpPr>
        <p:cNvPr id="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" name="Google Shape;102;p32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5914401"/>
            <a:ext cx="12192000" cy="231589"/>
          </a:xfrm>
          <a:prstGeom prst="rect">
            <a:avLst/>
          </a:prstGeom>
          <a:noFill/>
          <a:ln>
            <a:noFill/>
          </a:ln>
        </p:spPr>
      </p:pic>
      <p:sp>
        <p:nvSpPr>
          <p:cNvPr id="103" name="Google Shape;103;p32"/>
          <p:cNvSpPr txBox="1">
            <a:spLocks noGrp="1"/>
          </p:cNvSpPr>
          <p:nvPr>
            <p:ph type="body" idx="1"/>
          </p:nvPr>
        </p:nvSpPr>
        <p:spPr>
          <a:xfrm>
            <a:off x="893624" y="1714500"/>
            <a:ext cx="5074557" cy="170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marR="0" lvl="0" indent="-355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04" name="Google Shape;104;p32"/>
          <p:cNvSpPr txBox="1">
            <a:spLocks noGrp="1"/>
          </p:cNvSpPr>
          <p:nvPr>
            <p:ph type="title"/>
          </p:nvPr>
        </p:nvSpPr>
        <p:spPr>
          <a:xfrm>
            <a:off x="893699" y="474531"/>
            <a:ext cx="8561586" cy="85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400"/>
              <a:buFont typeface="Arial"/>
              <a:buNone/>
              <a:defRPr sz="4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105" name="Google Shape;105;p32"/>
          <p:cNvSpPr txBox="1">
            <a:spLocks noGrp="1"/>
          </p:cNvSpPr>
          <p:nvPr>
            <p:ph type="body" idx="2"/>
          </p:nvPr>
        </p:nvSpPr>
        <p:spPr>
          <a:xfrm>
            <a:off x="6223821" y="1714500"/>
            <a:ext cx="5129978" cy="170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marR="0" lvl="0" indent="-355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pic>
        <p:nvPicPr>
          <p:cNvPr id="106" name="Google Shape;106;p32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9718940" y="700391"/>
            <a:ext cx="1634859" cy="400373"/>
          </a:xfrm>
          <a:prstGeom prst="rect">
            <a:avLst/>
          </a:prstGeom>
          <a:noFill/>
          <a:ln>
            <a:noFill/>
          </a:ln>
        </p:spPr>
      </p:pic>
      <p:sp>
        <p:nvSpPr>
          <p:cNvPr id="107" name="Google Shape;107;p32"/>
          <p:cNvSpPr txBox="1">
            <a:spLocks noGrp="1"/>
          </p:cNvSpPr>
          <p:nvPr>
            <p:ph type="body" idx="3"/>
          </p:nvPr>
        </p:nvSpPr>
        <p:spPr>
          <a:xfrm>
            <a:off x="838201" y="6341397"/>
            <a:ext cx="3101410" cy="3746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767676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67676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08" name="Google Shape;108;p32"/>
          <p:cNvSpPr txBox="1">
            <a:spLocks noGrp="1"/>
          </p:cNvSpPr>
          <p:nvPr>
            <p:ph type="sldNum" idx="12"/>
          </p:nvPr>
        </p:nvSpPr>
        <p:spPr>
          <a:xfrm>
            <a:off x="9318522" y="6356350"/>
            <a:ext cx="2035278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 sz="1200">
                <a:solidFill>
                  <a:srgbClr val="767676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lvl="1" indent="0" algn="r">
              <a:spcBef>
                <a:spcPts val="0"/>
              </a:spcBef>
              <a:buNone/>
              <a:defRPr sz="1200">
                <a:solidFill>
                  <a:srgbClr val="767676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lvl="2" indent="0" algn="r">
              <a:spcBef>
                <a:spcPts val="0"/>
              </a:spcBef>
              <a:buNone/>
              <a:defRPr sz="1200">
                <a:solidFill>
                  <a:srgbClr val="767676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lvl="3" indent="0" algn="r">
              <a:spcBef>
                <a:spcPts val="0"/>
              </a:spcBef>
              <a:buNone/>
              <a:defRPr sz="1200">
                <a:solidFill>
                  <a:srgbClr val="767676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lvl="4" indent="0" algn="r">
              <a:spcBef>
                <a:spcPts val="0"/>
              </a:spcBef>
              <a:buNone/>
              <a:defRPr sz="1200">
                <a:solidFill>
                  <a:srgbClr val="767676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lvl="5" indent="0" algn="r">
              <a:spcBef>
                <a:spcPts val="0"/>
              </a:spcBef>
              <a:buNone/>
              <a:defRPr sz="1200">
                <a:solidFill>
                  <a:srgbClr val="767676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lvl="6" indent="0" algn="r">
              <a:spcBef>
                <a:spcPts val="0"/>
              </a:spcBef>
              <a:buNone/>
              <a:defRPr sz="1200">
                <a:solidFill>
                  <a:srgbClr val="767676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lvl="7" indent="0" algn="r">
              <a:spcBef>
                <a:spcPts val="0"/>
              </a:spcBef>
              <a:buNone/>
              <a:defRPr sz="1200">
                <a:solidFill>
                  <a:srgbClr val="767676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lvl="8" indent="0" algn="r">
              <a:spcBef>
                <a:spcPts val="0"/>
              </a:spcBef>
              <a:buNone/>
              <a:defRPr sz="1200">
                <a:solidFill>
                  <a:srgbClr val="767676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109" name="Google Shape;109;p32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171380" y="6306797"/>
            <a:ext cx="1849240" cy="35503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_Заголовок и объект">
  <p:cSld name="1_Заголовок и объект">
    <p:bg>
      <p:bgPr>
        <a:solidFill>
          <a:schemeClr val="lt1"/>
        </a:solidFill>
        <a:effectLst/>
      </p:bgPr>
    </p:bg>
    <p:spTree>
      <p:nvGrpSpPr>
        <p:cNvPr id="1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33"/>
          <p:cNvSpPr txBox="1">
            <a:spLocks noGrp="1"/>
          </p:cNvSpPr>
          <p:nvPr>
            <p:ph type="title"/>
          </p:nvPr>
        </p:nvSpPr>
        <p:spPr>
          <a:xfrm>
            <a:off x="838201" y="474531"/>
            <a:ext cx="8548990" cy="85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400"/>
              <a:buFont typeface="Arial"/>
              <a:buNone/>
              <a:defRPr sz="4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pic>
        <p:nvPicPr>
          <p:cNvPr id="112" name="Google Shape;112;p33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5910309"/>
            <a:ext cx="12192000" cy="947691"/>
          </a:xfrm>
          <a:prstGeom prst="rect">
            <a:avLst/>
          </a:prstGeom>
          <a:noFill/>
          <a:ln>
            <a:noFill/>
          </a:ln>
        </p:spPr>
      </p:pic>
      <p:sp>
        <p:nvSpPr>
          <p:cNvPr id="113" name="Google Shape;113;p33"/>
          <p:cNvSpPr txBox="1">
            <a:spLocks noGrp="1"/>
          </p:cNvSpPr>
          <p:nvPr>
            <p:ph type="body" idx="1"/>
          </p:nvPr>
        </p:nvSpPr>
        <p:spPr>
          <a:xfrm>
            <a:off x="838201" y="1597742"/>
            <a:ext cx="3291347" cy="1389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marR="0" lvl="0" indent="-355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14" name="Google Shape;114;p33"/>
          <p:cNvSpPr txBox="1">
            <a:spLocks noGrp="1"/>
          </p:cNvSpPr>
          <p:nvPr>
            <p:ph type="body" idx="2"/>
          </p:nvPr>
        </p:nvSpPr>
        <p:spPr>
          <a:xfrm>
            <a:off x="4450326" y="1597742"/>
            <a:ext cx="3291347" cy="1389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marR="0" lvl="0" indent="-355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15" name="Google Shape;115;p33"/>
          <p:cNvSpPr txBox="1">
            <a:spLocks noGrp="1"/>
          </p:cNvSpPr>
          <p:nvPr>
            <p:ph type="body" idx="3"/>
          </p:nvPr>
        </p:nvSpPr>
        <p:spPr>
          <a:xfrm>
            <a:off x="8062452" y="1597742"/>
            <a:ext cx="3291347" cy="1389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marR="0" lvl="0" indent="-355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pic>
        <p:nvPicPr>
          <p:cNvPr id="116" name="Google Shape;116;p33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9718940" y="700391"/>
            <a:ext cx="1634859" cy="400373"/>
          </a:xfrm>
          <a:prstGeom prst="rect">
            <a:avLst/>
          </a:prstGeom>
          <a:noFill/>
          <a:ln>
            <a:noFill/>
          </a:ln>
        </p:spPr>
      </p:pic>
      <p:sp>
        <p:nvSpPr>
          <p:cNvPr id="117" name="Google Shape;117;p33"/>
          <p:cNvSpPr txBox="1">
            <a:spLocks noGrp="1"/>
          </p:cNvSpPr>
          <p:nvPr>
            <p:ph type="body" idx="4"/>
          </p:nvPr>
        </p:nvSpPr>
        <p:spPr>
          <a:xfrm>
            <a:off x="838201" y="6341397"/>
            <a:ext cx="3101410" cy="3746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767676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67676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18" name="Google Shape;118;p33"/>
          <p:cNvSpPr txBox="1">
            <a:spLocks noGrp="1"/>
          </p:cNvSpPr>
          <p:nvPr>
            <p:ph type="sldNum" idx="12"/>
          </p:nvPr>
        </p:nvSpPr>
        <p:spPr>
          <a:xfrm>
            <a:off x="9318522" y="6356350"/>
            <a:ext cx="2035278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 sz="1200">
                <a:solidFill>
                  <a:srgbClr val="767676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lvl="1" indent="0" algn="r">
              <a:spcBef>
                <a:spcPts val="0"/>
              </a:spcBef>
              <a:buNone/>
              <a:defRPr sz="1200">
                <a:solidFill>
                  <a:srgbClr val="767676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lvl="2" indent="0" algn="r">
              <a:spcBef>
                <a:spcPts val="0"/>
              </a:spcBef>
              <a:buNone/>
              <a:defRPr sz="1200">
                <a:solidFill>
                  <a:srgbClr val="767676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lvl="3" indent="0" algn="r">
              <a:spcBef>
                <a:spcPts val="0"/>
              </a:spcBef>
              <a:buNone/>
              <a:defRPr sz="1200">
                <a:solidFill>
                  <a:srgbClr val="767676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lvl="4" indent="0" algn="r">
              <a:spcBef>
                <a:spcPts val="0"/>
              </a:spcBef>
              <a:buNone/>
              <a:defRPr sz="1200">
                <a:solidFill>
                  <a:srgbClr val="767676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lvl="5" indent="0" algn="r">
              <a:spcBef>
                <a:spcPts val="0"/>
              </a:spcBef>
              <a:buNone/>
              <a:defRPr sz="1200">
                <a:solidFill>
                  <a:srgbClr val="767676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lvl="6" indent="0" algn="r">
              <a:spcBef>
                <a:spcPts val="0"/>
              </a:spcBef>
              <a:buNone/>
              <a:defRPr sz="1200">
                <a:solidFill>
                  <a:srgbClr val="767676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lvl="7" indent="0" algn="r">
              <a:spcBef>
                <a:spcPts val="0"/>
              </a:spcBef>
              <a:buNone/>
              <a:defRPr sz="1200">
                <a:solidFill>
                  <a:srgbClr val="767676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lvl="8" indent="0" algn="r">
              <a:spcBef>
                <a:spcPts val="0"/>
              </a:spcBef>
              <a:buNone/>
              <a:defRPr sz="1200">
                <a:solidFill>
                  <a:srgbClr val="767676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119" name="Google Shape;119;p33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171380" y="6306797"/>
            <a:ext cx="1849240" cy="35503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dk2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9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1" name="Google Shape;11;p19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2" name="Google Shape;12;p19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marR="0" lvl="0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p1"/>
          <p:cNvSpPr txBox="1">
            <a:spLocks noGrp="1"/>
          </p:cNvSpPr>
          <p:nvPr>
            <p:ph type="ctrTitle"/>
          </p:nvPr>
        </p:nvSpPr>
        <p:spPr>
          <a:xfrm>
            <a:off x="838200" y="1935497"/>
            <a:ext cx="10515600" cy="238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Font typeface="Arial"/>
              <a:buNone/>
            </a:pPr>
            <a:r>
              <a:rPr lang="en-US" sz="3200"/>
              <a:t>Fundamentals of programming:</a:t>
            </a:r>
            <a:br>
              <a:rPr lang="en-US" sz="3200"/>
            </a:br>
            <a:br>
              <a:rPr lang="en-US" sz="3200"/>
            </a:br>
            <a:r>
              <a:rPr lang="en-US" sz="3200"/>
              <a:t>Seminar 3</a:t>
            </a:r>
            <a:br>
              <a:rPr lang="en-US" sz="3200"/>
            </a:br>
            <a:endParaRPr sz="3200"/>
          </a:p>
        </p:txBody>
      </p:sp>
      <p:sp>
        <p:nvSpPr>
          <p:cNvPr id="125" name="Google Shape;125;p1"/>
          <p:cNvSpPr txBox="1">
            <a:spLocks noGrp="1"/>
          </p:cNvSpPr>
          <p:nvPr>
            <p:ph type="body" idx="2"/>
          </p:nvPr>
        </p:nvSpPr>
        <p:spPr>
          <a:xfrm>
            <a:off x="838201" y="6341397"/>
            <a:ext cx="3101410" cy="3746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</a:pPr>
            <a:r>
              <a:rPr lang="en-US"/>
              <a:t>Computing Department</a:t>
            </a:r>
            <a:endParaRPr/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</a:pPr>
            <a:endParaRPr/>
          </a:p>
        </p:txBody>
      </p:sp>
      <p:sp>
        <p:nvSpPr>
          <p:cNvPr id="126" name="Google Shape;126;p1"/>
          <p:cNvSpPr txBox="1"/>
          <p:nvPr/>
        </p:nvSpPr>
        <p:spPr>
          <a:xfrm>
            <a:off x="94002" y="5265189"/>
            <a:ext cx="4394108" cy="3139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Diyora Sayfutdinova – dsayfutdinova@wiut.uz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p2"/>
          <p:cNvSpPr txBox="1">
            <a:spLocks noGrp="1"/>
          </p:cNvSpPr>
          <p:nvPr>
            <p:ph type="body" idx="1"/>
          </p:nvPr>
        </p:nvSpPr>
        <p:spPr>
          <a:xfrm>
            <a:off x="838200" y="1331925"/>
            <a:ext cx="10360800" cy="4606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228600" lvl="0" indent="-254000" algn="l" rtl="0">
              <a:spcBef>
                <a:spcPts val="1000"/>
              </a:spcBef>
              <a:spcAft>
                <a:spcPts val="0"/>
              </a:spcAft>
              <a:buSzPts val="2400"/>
              <a:buChar char="•"/>
            </a:pPr>
            <a:r>
              <a:rPr lang="en-US" sz="1250"/>
              <a:t>  </a:t>
            </a:r>
            <a:r>
              <a:rPr lang="en-US" sz="2800">
                <a:latin typeface="Calibri"/>
                <a:ea typeface="Calibri"/>
                <a:cs typeface="Calibri"/>
                <a:sym typeface="Calibri"/>
              </a:rPr>
              <a:t>How does Python represent text?</a:t>
            </a:r>
            <a:endParaRPr sz="2800">
              <a:latin typeface="Calibri"/>
              <a:ea typeface="Calibri"/>
              <a:cs typeface="Calibri"/>
              <a:sym typeface="Calibri"/>
            </a:endParaRPr>
          </a:p>
          <a:p>
            <a:pPr marL="228600" lvl="0" indent="-254000" algn="l" rtl="0">
              <a:spcBef>
                <a:spcPts val="1000"/>
              </a:spcBef>
              <a:spcAft>
                <a:spcPts val="0"/>
              </a:spcAft>
              <a:buSzPts val="2400"/>
              <a:buChar char="•"/>
            </a:pPr>
            <a:r>
              <a:rPr lang="en-US" sz="1250"/>
              <a:t> </a:t>
            </a:r>
            <a:r>
              <a:rPr lang="en-US" sz="2800">
                <a:latin typeface="Calibri"/>
                <a:ea typeface="Calibri"/>
                <a:cs typeface="Calibri"/>
                <a:sym typeface="Calibri"/>
              </a:rPr>
              <a:t>Can we add text together, or multiply text by a number?</a:t>
            </a:r>
            <a:endParaRPr sz="2800">
              <a:latin typeface="Calibri"/>
              <a:ea typeface="Calibri"/>
              <a:cs typeface="Calibri"/>
              <a:sym typeface="Calibri"/>
            </a:endParaRPr>
          </a:p>
          <a:p>
            <a:pPr marL="228600" lvl="0" indent="-228600" algn="l" rtl="0">
              <a:spcBef>
                <a:spcPts val="1000"/>
              </a:spcBef>
              <a:spcAft>
                <a:spcPts val="0"/>
              </a:spcAft>
              <a:buSzPts val="2000"/>
              <a:buChar char="•"/>
            </a:pPr>
            <a:r>
              <a:rPr lang="en-US" sz="1250"/>
              <a:t> </a:t>
            </a:r>
            <a:r>
              <a:rPr lang="en-US" sz="2800">
                <a:latin typeface="Calibri"/>
                <a:ea typeface="Calibri"/>
                <a:cs typeface="Calibri"/>
                <a:sym typeface="Calibri"/>
              </a:rPr>
              <a:t>Can we add text to a number?</a:t>
            </a:r>
            <a:endParaRPr sz="2800">
              <a:latin typeface="Calibri"/>
              <a:ea typeface="Calibri"/>
              <a:cs typeface="Calibri"/>
              <a:sym typeface="Calibri"/>
            </a:endParaRPr>
          </a:p>
          <a:p>
            <a:pPr marL="228600" lvl="0" indent="-228600" algn="l" rtl="0">
              <a:spcBef>
                <a:spcPts val="1000"/>
              </a:spcBef>
              <a:spcAft>
                <a:spcPts val="0"/>
              </a:spcAft>
              <a:buSzPts val="2000"/>
              <a:buChar char="•"/>
            </a:pPr>
            <a:r>
              <a:rPr lang="en-US" sz="1250"/>
              <a:t> </a:t>
            </a:r>
            <a:r>
              <a:rPr lang="en-US" sz="2800">
                <a:latin typeface="Calibri"/>
                <a:ea typeface="Calibri"/>
                <a:cs typeface="Calibri"/>
                <a:sym typeface="Calibri"/>
              </a:rPr>
              <a:t>How to find the length of a piece of text?</a:t>
            </a:r>
            <a:endParaRPr sz="2800">
              <a:latin typeface="Calibri"/>
              <a:ea typeface="Calibri"/>
              <a:cs typeface="Calibri"/>
              <a:sym typeface="Calibri"/>
            </a:endParaRPr>
          </a:p>
          <a:p>
            <a:pPr marL="228600" lvl="0" indent="-228600" algn="l" rtl="0">
              <a:spcBef>
                <a:spcPts val="1000"/>
              </a:spcBef>
              <a:spcAft>
                <a:spcPts val="0"/>
              </a:spcAft>
              <a:buSzPts val="2000"/>
              <a:buChar char="•"/>
            </a:pPr>
            <a:r>
              <a:rPr lang="en-US" sz="1250"/>
              <a:t> </a:t>
            </a:r>
            <a:r>
              <a:rPr lang="en-US" sz="2800">
                <a:latin typeface="Calibri"/>
                <a:ea typeface="Calibri"/>
                <a:cs typeface="Calibri"/>
                <a:sym typeface="Calibri"/>
              </a:rPr>
              <a:t>How to create a number from text?</a:t>
            </a:r>
            <a:endParaRPr sz="2800">
              <a:latin typeface="Calibri"/>
              <a:ea typeface="Calibri"/>
              <a:cs typeface="Calibri"/>
              <a:sym typeface="Calibri"/>
            </a:endParaRPr>
          </a:p>
          <a:p>
            <a:pPr marL="228600" lvl="0" indent="-228600" algn="l" rtl="0">
              <a:spcBef>
                <a:spcPts val="1000"/>
              </a:spcBef>
              <a:spcAft>
                <a:spcPts val="0"/>
              </a:spcAft>
              <a:buSzPts val="2000"/>
              <a:buChar char="•"/>
            </a:pPr>
            <a:r>
              <a:rPr lang="en-US" sz="1250"/>
              <a:t> </a:t>
            </a:r>
            <a:r>
              <a:rPr lang="en-US" sz="2800">
                <a:latin typeface="Calibri"/>
                <a:ea typeface="Calibri"/>
                <a:cs typeface="Calibri"/>
                <a:sym typeface="Calibri"/>
              </a:rPr>
              <a:t>What is an escape sequence?</a:t>
            </a:r>
            <a:endParaRPr sz="2800">
              <a:latin typeface="Calibri"/>
              <a:ea typeface="Calibri"/>
              <a:cs typeface="Calibri"/>
              <a:sym typeface="Calibri"/>
            </a:endParaRPr>
          </a:p>
          <a:p>
            <a:pPr marL="228600" lvl="0" indent="-228600" algn="l" rtl="0">
              <a:spcBef>
                <a:spcPts val="1000"/>
              </a:spcBef>
              <a:spcAft>
                <a:spcPts val="0"/>
              </a:spcAft>
              <a:buSzPts val="2000"/>
              <a:buChar char="•"/>
            </a:pPr>
            <a:r>
              <a:rPr lang="en-US" sz="1250"/>
              <a:t> </a:t>
            </a:r>
            <a:r>
              <a:rPr lang="en-US" sz="2800">
                <a:latin typeface="Calibri"/>
                <a:ea typeface="Calibri"/>
                <a:cs typeface="Calibri"/>
                <a:sym typeface="Calibri"/>
              </a:rPr>
              <a:t>How to print text to the screen?</a:t>
            </a:r>
            <a:endParaRPr sz="2800">
              <a:latin typeface="Calibri"/>
              <a:ea typeface="Calibri"/>
              <a:cs typeface="Calibri"/>
              <a:sym typeface="Calibri"/>
            </a:endParaRPr>
          </a:p>
          <a:p>
            <a:pPr marL="228600" lvl="0" indent="-228600" algn="l" rtl="0">
              <a:spcBef>
                <a:spcPts val="1000"/>
              </a:spcBef>
              <a:spcAft>
                <a:spcPts val="0"/>
              </a:spcAft>
              <a:buSzPts val="2000"/>
              <a:buChar char="•"/>
            </a:pPr>
            <a:r>
              <a:rPr lang="en-US" sz="2800">
                <a:latin typeface="Calibri"/>
                <a:ea typeface="Calibri"/>
                <a:cs typeface="Calibri"/>
                <a:sym typeface="Calibri"/>
              </a:rPr>
              <a:t>How to read text from the keyboard?</a:t>
            </a:r>
            <a:endParaRPr sz="2800">
              <a:latin typeface="Calibri"/>
              <a:ea typeface="Calibri"/>
              <a:cs typeface="Calibri"/>
              <a:sym typeface="Calibri"/>
            </a:endParaRPr>
          </a:p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endParaRPr/>
          </a:p>
          <a:p>
            <a:pPr marL="0" lvl="0" indent="0" algn="l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None/>
            </a:pPr>
            <a:endParaRPr sz="2400"/>
          </a:p>
          <a:p>
            <a:pPr marL="457200" lvl="0" indent="-304800" algn="l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endParaRPr sz="2400">
              <a:latin typeface="Calibri"/>
              <a:ea typeface="Calibri"/>
              <a:cs typeface="Calibri"/>
              <a:sym typeface="Calibri"/>
            </a:endParaRPr>
          </a:p>
          <a:p>
            <a:pPr marL="457200" lvl="0" indent="-304800" algn="l" rtl="0">
              <a:lnSpc>
                <a:spcPct val="90000"/>
              </a:lnSpc>
              <a:spcBef>
                <a:spcPts val="600"/>
              </a:spcBef>
              <a:spcAft>
                <a:spcPts val="600"/>
              </a:spcAft>
              <a:buClr>
                <a:schemeClr val="dk1"/>
              </a:buClr>
              <a:buSzPts val="2400"/>
              <a:buNone/>
            </a:pPr>
            <a:endParaRPr sz="24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2" name="Google Shape;132;p2"/>
          <p:cNvSpPr txBox="1">
            <a:spLocks noGrp="1"/>
          </p:cNvSpPr>
          <p:nvPr>
            <p:ph type="title"/>
          </p:nvPr>
        </p:nvSpPr>
        <p:spPr>
          <a:xfrm>
            <a:off x="838201" y="474531"/>
            <a:ext cx="10036628" cy="85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Font typeface="Calibri"/>
              <a:buNone/>
            </a:pPr>
            <a:r>
              <a:rPr lang="en-US" sz="3200">
                <a:latin typeface="Calibri"/>
                <a:ea typeface="Calibri"/>
                <a:cs typeface="Calibri"/>
                <a:sym typeface="Calibri"/>
              </a:rPr>
              <a:t>Quick Recap</a:t>
            </a:r>
            <a:endParaRPr/>
          </a:p>
        </p:txBody>
      </p:sp>
      <p:sp>
        <p:nvSpPr>
          <p:cNvPr id="133" name="Google Shape;133;p2"/>
          <p:cNvSpPr txBox="1">
            <a:spLocks noGrp="1"/>
          </p:cNvSpPr>
          <p:nvPr>
            <p:ph type="body" idx="3"/>
          </p:nvPr>
        </p:nvSpPr>
        <p:spPr>
          <a:xfrm>
            <a:off x="838201" y="6341397"/>
            <a:ext cx="3101410" cy="3746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767676"/>
              </a:buClr>
              <a:buSzPts val="1200"/>
              <a:buNone/>
            </a:pPr>
            <a:r>
              <a:rPr lang="en-US"/>
              <a:t>Computing Department</a:t>
            </a:r>
            <a:endParaRPr/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767676"/>
              </a:buClr>
              <a:buSzPts val="1200"/>
              <a:buNone/>
            </a:pPr>
            <a:endParaRPr/>
          </a:p>
        </p:txBody>
      </p:sp>
      <p:sp>
        <p:nvSpPr>
          <p:cNvPr id="134" name="Google Shape;134;p2"/>
          <p:cNvSpPr txBox="1">
            <a:spLocks noGrp="1"/>
          </p:cNvSpPr>
          <p:nvPr>
            <p:ph type="sldNum" idx="12"/>
          </p:nvPr>
        </p:nvSpPr>
        <p:spPr>
          <a:xfrm>
            <a:off x="9318522" y="6356350"/>
            <a:ext cx="2035278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2</a:t>
            </a:fld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p3"/>
          <p:cNvSpPr txBox="1">
            <a:spLocks noGrp="1"/>
          </p:cNvSpPr>
          <p:nvPr>
            <p:ph type="body" idx="1"/>
          </p:nvPr>
        </p:nvSpPr>
        <p:spPr>
          <a:xfrm>
            <a:off x="838201" y="1714500"/>
            <a:ext cx="10360842" cy="414101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4572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US"/>
              <a:t>'123'</a:t>
            </a:r>
            <a:endParaRPr/>
          </a:p>
          <a:p>
            <a:pPr marL="457200" lvl="0" indent="-304800" algn="l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endParaRPr sz="2400">
              <a:latin typeface="Calibri"/>
              <a:ea typeface="Calibri"/>
              <a:cs typeface="Calibri"/>
              <a:sym typeface="Calibri"/>
            </a:endParaRPr>
          </a:p>
          <a:p>
            <a:pPr marL="457200" lvl="0" indent="-457200" algn="l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US" sz="2400">
                <a:latin typeface="Calibri"/>
                <a:ea typeface="Calibri"/>
                <a:cs typeface="Calibri"/>
                <a:sym typeface="Calibri"/>
              </a:rPr>
              <a:t>"Hello World"</a:t>
            </a:r>
            <a:endParaRPr/>
          </a:p>
          <a:p>
            <a:pPr marL="457200" lvl="0" indent="-304800" algn="l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endParaRPr sz="2400">
              <a:latin typeface="Calibri"/>
              <a:ea typeface="Calibri"/>
              <a:cs typeface="Calibri"/>
              <a:sym typeface="Calibri"/>
            </a:endParaRPr>
          </a:p>
          <a:p>
            <a:pPr marL="457200" lvl="0" indent="-457200" algn="l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US" sz="2400">
                <a:latin typeface="Calibri"/>
                <a:ea typeface="Calibri"/>
                <a:cs typeface="Calibri"/>
                <a:sym typeface="Calibri"/>
              </a:rPr>
              <a:t> "My age is 20"</a:t>
            </a:r>
            <a:endParaRPr/>
          </a:p>
          <a:p>
            <a:pPr marL="457200" lvl="0" indent="-304800" algn="l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endParaRPr sz="2400">
              <a:latin typeface="Calibri"/>
              <a:ea typeface="Calibri"/>
              <a:cs typeface="Calibri"/>
              <a:sym typeface="Calibri"/>
            </a:endParaRPr>
          </a:p>
          <a:p>
            <a:pPr marL="457200" lvl="0" indent="-457200" algn="l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US" sz="24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"</a:t>
            </a:r>
            <a:r>
              <a:rPr lang="en-US" sz="2400">
                <a:latin typeface="Calibri"/>
                <a:ea typeface="Calibri"/>
                <a:cs typeface="Calibri"/>
                <a:sym typeface="Calibri"/>
              </a:rPr>
              <a:t>20.2</a:t>
            </a:r>
            <a:r>
              <a:rPr lang="en-US" sz="24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"</a:t>
            </a:r>
            <a:endParaRPr>
              <a:solidFill>
                <a:srgbClr val="FF0000"/>
              </a:solidFill>
            </a:endParaRPr>
          </a:p>
          <a:p>
            <a:pPr marL="457200" lvl="0" indent="-304800" algn="l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endParaRPr sz="2400">
              <a:latin typeface="Calibri"/>
              <a:ea typeface="Calibri"/>
              <a:cs typeface="Calibri"/>
              <a:sym typeface="Calibri"/>
            </a:endParaRPr>
          </a:p>
          <a:p>
            <a:pPr marL="228600" lvl="0" indent="-254000" algn="l" rtl="0">
              <a:spcBef>
                <a:spcPts val="0"/>
              </a:spcBef>
              <a:spcAft>
                <a:spcPts val="0"/>
              </a:spcAft>
              <a:buSzPts val="2400"/>
              <a:buChar char="•"/>
            </a:pPr>
            <a:r>
              <a:rPr lang="en-US"/>
              <a:t>    </a:t>
            </a:r>
            <a:r>
              <a:rPr lang="en-US">
                <a:solidFill>
                  <a:srgbClr val="FF0000"/>
                </a:solidFill>
              </a:rPr>
              <a:t>'</a:t>
            </a:r>
            <a:r>
              <a:rPr lang="en-US"/>
              <a:t>20.2</a:t>
            </a:r>
            <a:r>
              <a:rPr lang="en-US" sz="24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"</a:t>
            </a:r>
            <a:endParaRPr/>
          </a:p>
        </p:txBody>
      </p:sp>
      <p:sp>
        <p:nvSpPr>
          <p:cNvPr id="140" name="Google Shape;140;p3"/>
          <p:cNvSpPr txBox="1">
            <a:spLocks noGrp="1"/>
          </p:cNvSpPr>
          <p:nvPr>
            <p:ph type="title"/>
          </p:nvPr>
        </p:nvSpPr>
        <p:spPr>
          <a:xfrm>
            <a:off x="838201" y="474531"/>
            <a:ext cx="10036628" cy="85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Font typeface="Calibri"/>
              <a:buNone/>
            </a:pPr>
            <a:r>
              <a:rPr lang="en-US" sz="3200">
                <a:latin typeface="Calibri"/>
                <a:ea typeface="Calibri"/>
                <a:cs typeface="Calibri"/>
                <a:sym typeface="Calibri"/>
              </a:rPr>
              <a:t>Strings in Python </a:t>
            </a:r>
            <a:endParaRPr/>
          </a:p>
        </p:txBody>
      </p:sp>
      <p:sp>
        <p:nvSpPr>
          <p:cNvPr id="141" name="Google Shape;141;p3"/>
          <p:cNvSpPr txBox="1">
            <a:spLocks noGrp="1"/>
          </p:cNvSpPr>
          <p:nvPr>
            <p:ph type="body" idx="3"/>
          </p:nvPr>
        </p:nvSpPr>
        <p:spPr>
          <a:xfrm>
            <a:off x="838201" y="6341397"/>
            <a:ext cx="3101410" cy="3746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767676"/>
              </a:buClr>
              <a:buSzPts val="1200"/>
              <a:buNone/>
            </a:pPr>
            <a:r>
              <a:rPr lang="en-US"/>
              <a:t>Computing Department</a:t>
            </a:r>
            <a:endParaRPr/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767676"/>
              </a:buClr>
              <a:buSzPts val="1200"/>
              <a:buNone/>
            </a:pPr>
            <a:endParaRPr/>
          </a:p>
        </p:txBody>
      </p:sp>
      <p:sp>
        <p:nvSpPr>
          <p:cNvPr id="142" name="Google Shape;142;p3"/>
          <p:cNvSpPr txBox="1">
            <a:spLocks noGrp="1"/>
          </p:cNvSpPr>
          <p:nvPr>
            <p:ph type="sldNum" idx="12"/>
          </p:nvPr>
        </p:nvSpPr>
        <p:spPr>
          <a:xfrm>
            <a:off x="9318522" y="6356350"/>
            <a:ext cx="2035278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3</a:t>
            </a:fld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p4"/>
          <p:cNvSpPr txBox="1">
            <a:spLocks noGrp="1"/>
          </p:cNvSpPr>
          <p:nvPr>
            <p:ph type="title"/>
          </p:nvPr>
        </p:nvSpPr>
        <p:spPr>
          <a:xfrm>
            <a:off x="838200" y="285578"/>
            <a:ext cx="10036500" cy="47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Font typeface="Calibri"/>
              <a:buNone/>
            </a:pPr>
            <a:r>
              <a:rPr lang="en-US" sz="3200">
                <a:latin typeface="Calibri"/>
                <a:ea typeface="Calibri"/>
                <a:cs typeface="Calibri"/>
                <a:sym typeface="Calibri"/>
              </a:rPr>
              <a:t>String Operations</a:t>
            </a:r>
            <a:endParaRPr/>
          </a:p>
        </p:txBody>
      </p:sp>
      <p:sp>
        <p:nvSpPr>
          <p:cNvPr id="148" name="Google Shape;148;p4"/>
          <p:cNvSpPr txBox="1">
            <a:spLocks noGrp="1"/>
          </p:cNvSpPr>
          <p:nvPr>
            <p:ph type="body" idx="1"/>
          </p:nvPr>
        </p:nvSpPr>
        <p:spPr>
          <a:xfrm>
            <a:off x="770175" y="852800"/>
            <a:ext cx="10360800" cy="498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4572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US" sz="2400">
                <a:latin typeface="Calibri"/>
                <a:ea typeface="Calibri"/>
                <a:cs typeface="Calibri"/>
                <a:sym typeface="Calibri"/>
              </a:rPr>
              <a:t>"Hello World"  -&gt; </a:t>
            </a:r>
            <a:r>
              <a:rPr lang="en-US" sz="24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len</a:t>
            </a:r>
            <a:r>
              <a:rPr lang="en-US" sz="2400">
                <a:latin typeface="Calibri"/>
                <a:ea typeface="Calibri"/>
                <a:cs typeface="Calibri"/>
                <a:sym typeface="Calibri"/>
              </a:rPr>
              <a:t>("Hello World")</a:t>
            </a:r>
            <a:endParaRPr sz="2400">
              <a:latin typeface="Calibri"/>
              <a:ea typeface="Calibri"/>
              <a:cs typeface="Calibri"/>
              <a:sym typeface="Calibri"/>
            </a:endParaRPr>
          </a:p>
          <a:p>
            <a:pPr marL="22860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400">
              <a:latin typeface="Calibri"/>
              <a:ea typeface="Calibri"/>
              <a:cs typeface="Calibri"/>
              <a:sym typeface="Calibri"/>
            </a:endParaRPr>
          </a:p>
          <a:p>
            <a:pPr marL="457200" lvl="0" indent="-4572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US" sz="2400">
                <a:latin typeface="Calibri"/>
                <a:ea typeface="Calibri"/>
                <a:cs typeface="Calibri"/>
                <a:sym typeface="Calibri"/>
              </a:rPr>
              <a:t>  print(</a:t>
            </a:r>
            <a:r>
              <a:rPr lang="en-US" sz="24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len</a:t>
            </a:r>
            <a:r>
              <a:rPr lang="en-US" sz="2400">
                <a:latin typeface="Calibri"/>
                <a:ea typeface="Calibri"/>
                <a:cs typeface="Calibri"/>
                <a:sym typeface="Calibri"/>
              </a:rPr>
              <a:t>("   "))</a:t>
            </a:r>
            <a:endParaRPr sz="2400">
              <a:latin typeface="Calibri"/>
              <a:ea typeface="Calibri"/>
              <a:cs typeface="Calibri"/>
              <a:sym typeface="Calibri"/>
            </a:endParaRPr>
          </a:p>
          <a:p>
            <a:pPr marL="22860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400">
              <a:latin typeface="Calibri"/>
              <a:ea typeface="Calibri"/>
              <a:cs typeface="Calibri"/>
              <a:sym typeface="Calibri"/>
            </a:endParaRPr>
          </a:p>
          <a:p>
            <a:pPr marL="228600" lvl="0" indent="-254000" algn="l" rtl="0">
              <a:spcBef>
                <a:spcPts val="600"/>
              </a:spcBef>
              <a:spcAft>
                <a:spcPts val="0"/>
              </a:spcAft>
              <a:buSzPts val="2400"/>
              <a:buChar char="•"/>
            </a:pPr>
            <a:r>
              <a:rPr lang="en-US" sz="2400">
                <a:latin typeface="Calibri"/>
                <a:ea typeface="Calibri"/>
                <a:cs typeface="Calibri"/>
                <a:sym typeface="Calibri"/>
              </a:rPr>
              <a:t>     print( "Joe" + " Brown") </a:t>
            </a:r>
            <a:endParaRPr sz="2400">
              <a:latin typeface="Calibri"/>
              <a:ea typeface="Calibri"/>
              <a:cs typeface="Calibri"/>
              <a:sym typeface="Calibri"/>
            </a:endParaRPr>
          </a:p>
          <a:p>
            <a:pPr marL="228600" lvl="0" indent="0" algn="l" rtl="0">
              <a:spcBef>
                <a:spcPts val="600"/>
              </a:spcBef>
              <a:spcAft>
                <a:spcPts val="0"/>
              </a:spcAft>
              <a:buNone/>
            </a:pPr>
            <a:endParaRPr sz="2400">
              <a:latin typeface="Calibri"/>
              <a:ea typeface="Calibri"/>
              <a:cs typeface="Calibri"/>
              <a:sym typeface="Calibri"/>
            </a:endParaRPr>
          </a:p>
          <a:p>
            <a:pPr marL="228600" lvl="0" indent="-254000" algn="l" rtl="0">
              <a:spcBef>
                <a:spcPts val="600"/>
              </a:spcBef>
              <a:spcAft>
                <a:spcPts val="0"/>
              </a:spcAft>
              <a:buSzPts val="2400"/>
              <a:buChar char="•"/>
            </a:pPr>
            <a:r>
              <a:rPr lang="en-US" sz="2400">
                <a:latin typeface="Calibri"/>
                <a:ea typeface="Calibri"/>
                <a:cs typeface="Calibri"/>
                <a:sym typeface="Calibri"/>
              </a:rPr>
              <a:t>     print("My favourite number is " + "19")  </a:t>
            </a:r>
            <a:endParaRPr sz="2400">
              <a:latin typeface="Calibri"/>
              <a:ea typeface="Calibri"/>
              <a:cs typeface="Calibri"/>
              <a:sym typeface="Calibri"/>
            </a:endParaRPr>
          </a:p>
          <a:p>
            <a:pPr marL="228600" lvl="0" indent="0" algn="l" rtl="0">
              <a:spcBef>
                <a:spcPts val="600"/>
              </a:spcBef>
              <a:spcAft>
                <a:spcPts val="0"/>
              </a:spcAft>
              <a:buNone/>
            </a:pPr>
            <a:endParaRPr sz="2400">
              <a:latin typeface="Calibri"/>
              <a:ea typeface="Calibri"/>
              <a:cs typeface="Calibri"/>
              <a:sym typeface="Calibri"/>
            </a:endParaRPr>
          </a:p>
          <a:p>
            <a:pPr marL="228600" lvl="0" indent="-254000" algn="l" rtl="0">
              <a:spcBef>
                <a:spcPts val="600"/>
              </a:spcBef>
              <a:spcAft>
                <a:spcPts val="0"/>
              </a:spcAft>
              <a:buSzPts val="2400"/>
              <a:buChar char="•"/>
            </a:pPr>
            <a:r>
              <a:rPr lang="en-US" sz="2400">
                <a:latin typeface="Calibri"/>
                <a:ea typeface="Calibri"/>
                <a:cs typeface="Calibri"/>
                <a:sym typeface="Calibri"/>
              </a:rPr>
              <a:t>    print("My favourite number is " + 19) </a:t>
            </a:r>
            <a:endParaRPr sz="2400">
              <a:latin typeface="Calibri"/>
              <a:ea typeface="Calibri"/>
              <a:cs typeface="Calibri"/>
              <a:sym typeface="Calibri"/>
            </a:endParaRPr>
          </a:p>
          <a:p>
            <a:pPr marL="228600" lvl="0" indent="0" algn="l" rtl="0">
              <a:spcBef>
                <a:spcPts val="600"/>
              </a:spcBef>
              <a:spcAft>
                <a:spcPts val="0"/>
              </a:spcAft>
              <a:buNone/>
            </a:pPr>
            <a:endParaRPr sz="2400">
              <a:latin typeface="Calibri"/>
              <a:ea typeface="Calibri"/>
              <a:cs typeface="Calibri"/>
              <a:sym typeface="Calibri"/>
            </a:endParaRPr>
          </a:p>
          <a:p>
            <a:pPr marL="228600" lvl="0" indent="-254000" algn="l" rtl="0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SzPts val="2400"/>
              <a:buChar char="•"/>
            </a:pPr>
            <a:r>
              <a:rPr lang="en-US" sz="2400">
                <a:latin typeface="Calibri"/>
                <a:ea typeface="Calibri"/>
                <a:cs typeface="Calibri"/>
                <a:sym typeface="Calibri"/>
              </a:rPr>
              <a:t>     print("run " * 3)</a:t>
            </a:r>
            <a:endParaRPr sz="2400">
              <a:latin typeface="Calibri"/>
              <a:ea typeface="Calibri"/>
              <a:cs typeface="Calibri"/>
              <a:sym typeface="Calibri"/>
            </a:endParaRPr>
          </a:p>
          <a:p>
            <a:pPr marL="1143000" lvl="0" indent="228600" algn="l" rtl="0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What happens if you multiply by 0 or negative numbers?</a:t>
            </a:r>
            <a:endParaRPr sz="2400">
              <a:latin typeface="Calibri"/>
              <a:ea typeface="Calibri"/>
              <a:cs typeface="Calibri"/>
              <a:sym typeface="Calibri"/>
            </a:endParaRPr>
          </a:p>
          <a:p>
            <a:pPr marL="228600" lvl="0" indent="0" algn="l" rtl="0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400">
              <a:latin typeface="Calibri"/>
              <a:ea typeface="Calibri"/>
              <a:cs typeface="Calibri"/>
              <a:sym typeface="Calibri"/>
            </a:endParaRPr>
          </a:p>
          <a:p>
            <a:pPr marL="228600" lvl="0" indent="0" algn="l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None/>
            </a:pPr>
            <a:endParaRPr sz="2400">
              <a:latin typeface="Calibri"/>
              <a:ea typeface="Calibri"/>
              <a:cs typeface="Calibri"/>
              <a:sym typeface="Calibri"/>
            </a:endParaRPr>
          </a:p>
          <a:p>
            <a:pPr marL="228600" lvl="0" indent="0" algn="l" rtl="0">
              <a:lnSpc>
                <a:spcPct val="90000"/>
              </a:lnSpc>
              <a:spcBef>
                <a:spcPts val="600"/>
              </a:spcBef>
              <a:spcAft>
                <a:spcPts val="600"/>
              </a:spcAft>
              <a:buNone/>
            </a:pPr>
            <a:endParaRPr sz="2400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9" name="Google Shape;149;p4"/>
          <p:cNvSpPr txBox="1">
            <a:spLocks noGrp="1"/>
          </p:cNvSpPr>
          <p:nvPr>
            <p:ph type="body" idx="3"/>
          </p:nvPr>
        </p:nvSpPr>
        <p:spPr>
          <a:xfrm>
            <a:off x="838201" y="6341397"/>
            <a:ext cx="3101410" cy="3746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767676"/>
              </a:buClr>
              <a:buSzPts val="1200"/>
              <a:buNone/>
            </a:pPr>
            <a:r>
              <a:rPr lang="en-US"/>
              <a:t>Computing Department</a:t>
            </a:r>
            <a:endParaRPr/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767676"/>
              </a:buClr>
              <a:buSzPts val="1200"/>
              <a:buNone/>
            </a:pPr>
            <a:endParaRPr/>
          </a:p>
        </p:txBody>
      </p:sp>
      <p:sp>
        <p:nvSpPr>
          <p:cNvPr id="150" name="Google Shape;150;p4"/>
          <p:cNvSpPr txBox="1">
            <a:spLocks noGrp="1"/>
          </p:cNvSpPr>
          <p:nvPr>
            <p:ph type="sldNum" idx="12"/>
          </p:nvPr>
        </p:nvSpPr>
        <p:spPr>
          <a:xfrm>
            <a:off x="9318522" y="6356350"/>
            <a:ext cx="2035278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4</a:t>
            </a:fld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Google Shape;155;g3847426b1ca_0_35"/>
          <p:cNvSpPr txBox="1">
            <a:spLocks noGrp="1"/>
          </p:cNvSpPr>
          <p:nvPr>
            <p:ph type="body" idx="1"/>
          </p:nvPr>
        </p:nvSpPr>
        <p:spPr>
          <a:xfrm>
            <a:off x="838200" y="1292874"/>
            <a:ext cx="10360800" cy="4319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228600" lvl="0" indent="-254000" algn="l" rtl="0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SzPts val="2400"/>
              <a:buChar char="•"/>
            </a:pPr>
            <a:r>
              <a:rPr lang="en-US"/>
              <a:t>print("Age:" + 41)</a:t>
            </a:r>
            <a:endParaRPr/>
          </a:p>
          <a:p>
            <a:pPr marL="228600" lvl="0" indent="-254000" algn="l" rtl="0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SzPts val="2400"/>
              <a:buChar char="•"/>
            </a:pPr>
            <a:r>
              <a:rPr lang="en-US"/>
              <a:t>print("Age: " + str(41))</a:t>
            </a:r>
            <a:endParaRPr/>
          </a:p>
          <a:p>
            <a:pPr marL="22860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endParaRPr/>
          </a:p>
          <a:p>
            <a:pPr marL="22860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endParaRPr/>
          </a:p>
          <a:p>
            <a:pPr marL="457200" lvl="0" indent="-457200" algn="l" rtl="0">
              <a:spcBef>
                <a:spcPts val="0"/>
              </a:spcBef>
              <a:spcAft>
                <a:spcPts val="0"/>
              </a:spcAft>
              <a:buClr>
                <a:srgbClr val="980000"/>
              </a:buClr>
              <a:buSzPts val="2400"/>
              <a:buChar char="•"/>
            </a:pPr>
            <a:r>
              <a:rPr lang="en-US">
                <a:solidFill>
                  <a:srgbClr val="980000"/>
                </a:solidFill>
              </a:rPr>
              <a:t>x = 2025  </a:t>
            </a:r>
            <a:endParaRPr>
              <a:solidFill>
                <a:srgbClr val="980000"/>
              </a:solidFill>
            </a:endParaRPr>
          </a:p>
          <a:p>
            <a:pPr marL="685800" lvl="1" indent="-228600" algn="l" rtl="0">
              <a:spcBef>
                <a:spcPts val="0"/>
              </a:spcBef>
              <a:spcAft>
                <a:spcPts val="0"/>
              </a:spcAft>
              <a:buClr>
                <a:srgbClr val="980000"/>
              </a:buClr>
              <a:buSzPts val="2400"/>
              <a:buChar char="•"/>
            </a:pPr>
            <a:r>
              <a:rPr lang="en-US" sz="2000">
                <a:solidFill>
                  <a:srgbClr val="980000"/>
                </a:solidFill>
              </a:rPr>
              <a:t>Hello World 2025 </a:t>
            </a:r>
            <a:endParaRPr sz="2000">
              <a:solidFill>
                <a:srgbClr val="980000"/>
              </a:solidFill>
            </a:endParaRPr>
          </a:p>
          <a:p>
            <a:pPr marL="685800" lvl="1" indent="-228600" algn="l" rtl="0">
              <a:spcBef>
                <a:spcPts val="0"/>
              </a:spcBef>
              <a:spcAft>
                <a:spcPts val="0"/>
              </a:spcAft>
              <a:buClr>
                <a:srgbClr val="980000"/>
              </a:buClr>
              <a:buSzPts val="2400"/>
              <a:buChar char="•"/>
            </a:pPr>
            <a:r>
              <a:rPr lang="en-US" sz="2000">
                <a:solidFill>
                  <a:srgbClr val="980000"/>
                </a:solidFill>
              </a:rPr>
              <a:t>2025 Hello World</a:t>
            </a:r>
            <a:endParaRPr>
              <a:solidFill>
                <a:srgbClr val="980000"/>
              </a:solidFill>
            </a:endParaRPr>
          </a:p>
          <a:p>
            <a:pPr marL="22860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endParaRPr/>
          </a:p>
          <a:p>
            <a:pPr marL="457200" lvl="0" indent="-304800" algn="l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endParaRPr/>
          </a:p>
          <a:p>
            <a:pPr marL="457200" lvl="0" indent="-279400" algn="l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endParaRPr/>
          </a:p>
          <a:p>
            <a:pPr marL="457200" lvl="0" indent="-279400" algn="l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endParaRPr/>
          </a:p>
          <a:p>
            <a:pPr marL="457200" lvl="0" indent="-279400" algn="l" rtl="0">
              <a:lnSpc>
                <a:spcPct val="90000"/>
              </a:lnSpc>
              <a:spcBef>
                <a:spcPts val="600"/>
              </a:spcBef>
              <a:spcAft>
                <a:spcPts val="600"/>
              </a:spcAft>
              <a:buClr>
                <a:schemeClr val="dk1"/>
              </a:buClr>
              <a:buSzPts val="2800"/>
              <a:buNone/>
            </a:pPr>
            <a:endParaRPr/>
          </a:p>
        </p:txBody>
      </p:sp>
      <p:sp>
        <p:nvSpPr>
          <p:cNvPr id="156" name="Google Shape;156;g3847426b1ca_0_35"/>
          <p:cNvSpPr txBox="1">
            <a:spLocks noGrp="1"/>
          </p:cNvSpPr>
          <p:nvPr>
            <p:ph type="title"/>
          </p:nvPr>
        </p:nvSpPr>
        <p:spPr>
          <a:xfrm>
            <a:off x="838200" y="474528"/>
            <a:ext cx="10036500" cy="46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Font typeface="Calibri"/>
              <a:buNone/>
            </a:pPr>
            <a:r>
              <a:rPr lang="en-US" sz="3200">
                <a:latin typeface="Calibri"/>
                <a:ea typeface="Calibri"/>
                <a:cs typeface="Calibri"/>
                <a:sym typeface="Calibri"/>
              </a:rPr>
              <a:t>Concatenation</a:t>
            </a:r>
            <a:endParaRPr sz="32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7" name="Google Shape;157;g3847426b1ca_0_35"/>
          <p:cNvSpPr txBox="1">
            <a:spLocks noGrp="1"/>
          </p:cNvSpPr>
          <p:nvPr>
            <p:ph type="body" idx="3"/>
          </p:nvPr>
        </p:nvSpPr>
        <p:spPr>
          <a:xfrm>
            <a:off x="838201" y="6341397"/>
            <a:ext cx="3101400" cy="374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767676"/>
              </a:buClr>
              <a:buSzPts val="1200"/>
              <a:buNone/>
            </a:pPr>
            <a:r>
              <a:rPr lang="en-US"/>
              <a:t>Computing Department</a:t>
            </a:r>
            <a:endParaRPr/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767676"/>
              </a:buClr>
              <a:buSzPts val="1200"/>
              <a:buNone/>
            </a:pPr>
            <a:endParaRPr/>
          </a:p>
        </p:txBody>
      </p:sp>
      <p:sp>
        <p:nvSpPr>
          <p:cNvPr id="158" name="Google Shape;158;g3847426b1ca_0_35"/>
          <p:cNvSpPr txBox="1">
            <a:spLocks noGrp="1"/>
          </p:cNvSpPr>
          <p:nvPr>
            <p:ph type="sldNum" idx="12"/>
          </p:nvPr>
        </p:nvSpPr>
        <p:spPr>
          <a:xfrm>
            <a:off x="9318522" y="6356350"/>
            <a:ext cx="2035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5</a:t>
            </a:fld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Google Shape;163;g3847426b1ca_0_97"/>
          <p:cNvSpPr txBox="1">
            <a:spLocks noGrp="1"/>
          </p:cNvSpPr>
          <p:nvPr>
            <p:ph type="body" idx="1"/>
          </p:nvPr>
        </p:nvSpPr>
        <p:spPr>
          <a:xfrm>
            <a:off x="915600" y="1326474"/>
            <a:ext cx="10360800" cy="4319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228600" marR="0" lvl="0" indent="0" algn="ctr" rtl="0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rgbClr val="980000"/>
                </a:solidFill>
                <a:latin typeface="Calibri"/>
                <a:ea typeface="Calibri"/>
                <a:cs typeface="Calibri"/>
                <a:sym typeface="Calibri"/>
              </a:rPr>
              <a:t>Is it possible to combine a string and a number without converting the number to a string?</a:t>
            </a:r>
            <a:endParaRPr sz="2400">
              <a:solidFill>
                <a:srgbClr val="98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228600" marR="0" lvl="0" indent="0" algn="l" rtl="0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4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4" name="Google Shape;164;g3847426b1ca_0_97"/>
          <p:cNvSpPr txBox="1">
            <a:spLocks noGrp="1"/>
          </p:cNvSpPr>
          <p:nvPr>
            <p:ph type="body" idx="3"/>
          </p:nvPr>
        </p:nvSpPr>
        <p:spPr>
          <a:xfrm>
            <a:off x="838201" y="6341397"/>
            <a:ext cx="3101400" cy="374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767676"/>
              </a:buClr>
              <a:buSzPts val="1200"/>
              <a:buNone/>
            </a:pPr>
            <a:r>
              <a:rPr lang="en-US"/>
              <a:t>Computing Department</a:t>
            </a:r>
            <a:endParaRPr/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767676"/>
              </a:buClr>
              <a:buSzPts val="1200"/>
              <a:buNone/>
            </a:pPr>
            <a:endParaRPr/>
          </a:p>
        </p:txBody>
      </p:sp>
      <p:sp>
        <p:nvSpPr>
          <p:cNvPr id="165" name="Google Shape;165;g3847426b1ca_0_97"/>
          <p:cNvSpPr txBox="1">
            <a:spLocks noGrp="1"/>
          </p:cNvSpPr>
          <p:nvPr>
            <p:ph type="sldNum" idx="12"/>
          </p:nvPr>
        </p:nvSpPr>
        <p:spPr>
          <a:xfrm>
            <a:off x="9318522" y="6356350"/>
            <a:ext cx="2035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6</a:t>
            </a:fld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" name="Google Shape;177;p7"/>
          <p:cNvSpPr txBox="1">
            <a:spLocks noGrp="1"/>
          </p:cNvSpPr>
          <p:nvPr>
            <p:ph type="title"/>
          </p:nvPr>
        </p:nvSpPr>
        <p:spPr>
          <a:xfrm>
            <a:off x="764800" y="214528"/>
            <a:ext cx="10036500" cy="47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Font typeface="Calibri"/>
              <a:buNone/>
            </a:pPr>
            <a:r>
              <a:rPr lang="en-US" sz="3200">
                <a:latin typeface="Calibri"/>
                <a:ea typeface="Calibri"/>
                <a:cs typeface="Calibri"/>
                <a:sym typeface="Calibri"/>
              </a:rPr>
              <a:t>Escape Sequences</a:t>
            </a:r>
            <a:endParaRPr/>
          </a:p>
        </p:txBody>
      </p:sp>
      <p:sp>
        <p:nvSpPr>
          <p:cNvPr id="178" name="Google Shape;178;p7"/>
          <p:cNvSpPr txBox="1">
            <a:spLocks noGrp="1"/>
          </p:cNvSpPr>
          <p:nvPr>
            <p:ph type="body" idx="3"/>
          </p:nvPr>
        </p:nvSpPr>
        <p:spPr>
          <a:xfrm>
            <a:off x="838201" y="6341397"/>
            <a:ext cx="3101410" cy="3746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767676"/>
              </a:buClr>
              <a:buSzPts val="1200"/>
              <a:buNone/>
            </a:pPr>
            <a:r>
              <a:rPr lang="en-US"/>
              <a:t>Computing Department</a:t>
            </a:r>
            <a:endParaRPr/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767676"/>
              </a:buClr>
              <a:buSzPts val="1200"/>
              <a:buNone/>
            </a:pPr>
            <a:endParaRPr/>
          </a:p>
        </p:txBody>
      </p:sp>
      <p:sp>
        <p:nvSpPr>
          <p:cNvPr id="179" name="Google Shape;179;p7"/>
          <p:cNvSpPr txBox="1">
            <a:spLocks noGrp="1"/>
          </p:cNvSpPr>
          <p:nvPr>
            <p:ph type="sldNum" idx="12"/>
          </p:nvPr>
        </p:nvSpPr>
        <p:spPr>
          <a:xfrm>
            <a:off x="9318522" y="6356350"/>
            <a:ext cx="2035278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7</a:t>
            </a:fld>
            <a:endParaRPr/>
          </a:p>
        </p:txBody>
      </p:sp>
      <p:sp>
        <p:nvSpPr>
          <p:cNvPr id="180" name="Google Shape;180;p7"/>
          <p:cNvSpPr txBox="1"/>
          <p:nvPr/>
        </p:nvSpPr>
        <p:spPr>
          <a:xfrm>
            <a:off x="636775" y="862975"/>
            <a:ext cx="10763700" cy="30777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</a:pPr>
            <a:r>
              <a:rPr lang="en-US" sz="2000" b="1" dirty="0">
                <a:solidFill>
                  <a:schemeClr val="dk1"/>
                </a:solidFill>
              </a:rPr>
              <a:t>\n</a:t>
            </a:r>
            <a:r>
              <a:rPr lang="en-US" sz="2000" dirty="0">
                <a:solidFill>
                  <a:schemeClr val="dk1"/>
                </a:solidFill>
              </a:rPr>
              <a:t>   - &gt; insert new line </a:t>
            </a:r>
            <a:endParaRPr sz="2000" dirty="0">
              <a:solidFill>
                <a:schemeClr val="dk1"/>
              </a:solidFill>
            </a:endParaRPr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</a:pPr>
            <a:r>
              <a:rPr lang="en-US" sz="2000" b="1" dirty="0">
                <a:solidFill>
                  <a:schemeClr val="dk1"/>
                </a:solidFill>
              </a:rPr>
              <a:t>\b </a:t>
            </a:r>
            <a:r>
              <a:rPr lang="en-US" sz="2000" dirty="0">
                <a:solidFill>
                  <a:schemeClr val="dk1"/>
                </a:solidFill>
              </a:rPr>
              <a:t>  - &gt; insert a backspace</a:t>
            </a:r>
            <a:endParaRPr sz="2000" dirty="0">
              <a:solidFill>
                <a:schemeClr val="dk1"/>
              </a:solidFill>
            </a:endParaRPr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</a:pPr>
            <a:r>
              <a:rPr lang="en-US" sz="2000" b="1" dirty="0">
                <a:solidFill>
                  <a:schemeClr val="dk1"/>
                </a:solidFill>
              </a:rPr>
              <a:t>\t </a:t>
            </a:r>
            <a:r>
              <a:rPr lang="en-US" sz="2000" dirty="0">
                <a:solidFill>
                  <a:schemeClr val="dk1"/>
                </a:solidFill>
              </a:rPr>
              <a:t>   - &gt; insert tab </a:t>
            </a:r>
            <a:endParaRPr sz="2000" dirty="0">
              <a:solidFill>
                <a:schemeClr val="dk1"/>
              </a:solidFill>
            </a:endParaRPr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</a:pPr>
            <a:r>
              <a:rPr lang="en-US" sz="2000" b="1" dirty="0">
                <a:solidFill>
                  <a:schemeClr val="dk1"/>
                </a:solidFill>
              </a:rPr>
              <a:t>\r</a:t>
            </a:r>
            <a:r>
              <a:rPr lang="en-US" sz="2000" dirty="0">
                <a:solidFill>
                  <a:schemeClr val="dk1"/>
                </a:solidFill>
              </a:rPr>
              <a:t>   - &gt;  carriage return (Overwrites the line)</a:t>
            </a:r>
            <a:endParaRPr sz="2000" dirty="0">
              <a:solidFill>
                <a:schemeClr val="dk1"/>
              </a:solidFill>
            </a:endParaRPr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</a:pPr>
            <a:r>
              <a:rPr lang="en-US" sz="2000" b="1" dirty="0">
                <a:solidFill>
                  <a:schemeClr val="dk1"/>
                </a:solidFill>
              </a:rPr>
              <a:t>\' </a:t>
            </a:r>
            <a:r>
              <a:rPr lang="en-US" sz="2000" dirty="0">
                <a:solidFill>
                  <a:schemeClr val="dk1"/>
                </a:solidFill>
              </a:rPr>
              <a:t>   - &gt;  insert a single quote  character </a:t>
            </a:r>
            <a:endParaRPr sz="2000" dirty="0">
              <a:solidFill>
                <a:schemeClr val="dk1"/>
              </a:solidFill>
            </a:endParaRPr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</a:pPr>
            <a:r>
              <a:rPr lang="en-US" sz="2000" b="1" dirty="0">
                <a:solidFill>
                  <a:schemeClr val="dk1"/>
                </a:solidFill>
              </a:rPr>
              <a:t>\"</a:t>
            </a:r>
            <a:r>
              <a:rPr lang="en-US" sz="2000" dirty="0">
                <a:solidFill>
                  <a:schemeClr val="dk1"/>
                </a:solidFill>
              </a:rPr>
              <a:t>   - &gt;  insert a double quote character </a:t>
            </a:r>
            <a:endParaRPr sz="2000" dirty="0">
              <a:solidFill>
                <a:schemeClr val="dk1"/>
              </a:solidFill>
            </a:endParaRPr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</a:pPr>
            <a:r>
              <a:rPr lang="en-US" sz="2000" b="1" dirty="0">
                <a:solidFill>
                  <a:schemeClr val="dk1"/>
                </a:solidFill>
              </a:rPr>
              <a:t>\\ </a:t>
            </a:r>
            <a:r>
              <a:rPr lang="en-US" sz="2000" dirty="0">
                <a:solidFill>
                  <a:schemeClr val="dk1"/>
                </a:solidFill>
              </a:rPr>
              <a:t>  - &gt;  insert a backslash character</a:t>
            </a:r>
            <a:endParaRPr sz="1800" dirty="0">
              <a:solidFill>
                <a:srgbClr val="FF0000"/>
              </a:solidFill>
            </a:endParaRPr>
          </a:p>
          <a:p>
            <a:pPr marL="45720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 dirty="0">
              <a:solidFill>
                <a:schemeClr val="dk1"/>
              </a:solidFill>
            </a:endParaRPr>
          </a:p>
          <a:p>
            <a:pPr marL="285750" marR="0" lvl="0" indent="-1714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endParaRPr sz="1800" b="0" i="0" u="none" strike="noStrike" cap="none" dirty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285750" marR="0" lvl="0" indent="-1714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endParaRPr sz="1800" b="0" i="0" u="none" strike="noStrike" cap="none" dirty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" name="Google Shape;185;g3847426b1ca_0_1"/>
          <p:cNvSpPr txBox="1">
            <a:spLocks noGrp="1"/>
          </p:cNvSpPr>
          <p:nvPr>
            <p:ph type="body" idx="1"/>
          </p:nvPr>
        </p:nvSpPr>
        <p:spPr>
          <a:xfrm>
            <a:off x="838201" y="1714500"/>
            <a:ext cx="10360800" cy="407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3429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</a:pPr>
            <a:endParaRPr sz="1800">
              <a:solidFill>
                <a:srgbClr val="2E85F5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lvl="0" indent="-304800" algn="l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endParaRPr sz="2400">
              <a:latin typeface="Calibri"/>
              <a:ea typeface="Calibri"/>
              <a:cs typeface="Calibri"/>
              <a:sym typeface="Calibri"/>
            </a:endParaRPr>
          </a:p>
          <a:p>
            <a:pPr marL="457200" lvl="0" indent="-304800" algn="l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endParaRPr sz="2400">
              <a:latin typeface="Calibri"/>
              <a:ea typeface="Calibri"/>
              <a:cs typeface="Calibri"/>
              <a:sym typeface="Calibri"/>
            </a:endParaRPr>
          </a:p>
          <a:p>
            <a:pPr marL="457200" lvl="0" indent="-304800" algn="l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endParaRPr sz="2400">
              <a:latin typeface="Calibri"/>
              <a:ea typeface="Calibri"/>
              <a:cs typeface="Calibri"/>
              <a:sym typeface="Calibri"/>
            </a:endParaRPr>
          </a:p>
          <a:p>
            <a:pPr marL="0" lvl="0" indent="0" algn="l" rtl="0">
              <a:lnSpc>
                <a:spcPct val="90000"/>
              </a:lnSpc>
              <a:spcBef>
                <a:spcPts val="600"/>
              </a:spcBef>
              <a:spcAft>
                <a:spcPts val="600"/>
              </a:spcAft>
              <a:buClr>
                <a:schemeClr val="dk1"/>
              </a:buClr>
              <a:buSzPts val="2400"/>
              <a:buNone/>
            </a:pPr>
            <a:endParaRPr sz="24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6" name="Google Shape;186;g3847426b1ca_0_1"/>
          <p:cNvSpPr txBox="1">
            <a:spLocks noGrp="1"/>
          </p:cNvSpPr>
          <p:nvPr>
            <p:ph type="title"/>
          </p:nvPr>
        </p:nvSpPr>
        <p:spPr>
          <a:xfrm>
            <a:off x="764800" y="214528"/>
            <a:ext cx="10036500" cy="47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Font typeface="Calibri"/>
              <a:buNone/>
            </a:pPr>
            <a:r>
              <a:rPr lang="en-US" sz="3200">
                <a:latin typeface="Calibri"/>
                <a:ea typeface="Calibri"/>
                <a:cs typeface="Calibri"/>
                <a:sym typeface="Calibri"/>
              </a:rPr>
              <a:t>Using the escape sequences print the following</a:t>
            </a:r>
            <a:endParaRPr/>
          </a:p>
        </p:txBody>
      </p:sp>
      <p:sp>
        <p:nvSpPr>
          <p:cNvPr id="187" name="Google Shape;187;g3847426b1ca_0_1"/>
          <p:cNvSpPr txBox="1">
            <a:spLocks noGrp="1"/>
          </p:cNvSpPr>
          <p:nvPr>
            <p:ph type="body" idx="3"/>
          </p:nvPr>
        </p:nvSpPr>
        <p:spPr>
          <a:xfrm>
            <a:off x="838201" y="6341397"/>
            <a:ext cx="3101400" cy="374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767676"/>
              </a:buClr>
              <a:buSzPts val="1200"/>
              <a:buNone/>
            </a:pPr>
            <a:r>
              <a:rPr lang="en-US"/>
              <a:t>Computing Department</a:t>
            </a:r>
            <a:endParaRPr/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767676"/>
              </a:buClr>
              <a:buSzPts val="1200"/>
              <a:buNone/>
            </a:pPr>
            <a:endParaRPr/>
          </a:p>
        </p:txBody>
      </p:sp>
      <p:sp>
        <p:nvSpPr>
          <p:cNvPr id="188" name="Google Shape;188;g3847426b1ca_0_1"/>
          <p:cNvSpPr txBox="1">
            <a:spLocks noGrp="1"/>
          </p:cNvSpPr>
          <p:nvPr>
            <p:ph type="sldNum" idx="12"/>
          </p:nvPr>
        </p:nvSpPr>
        <p:spPr>
          <a:xfrm>
            <a:off x="9318522" y="6356350"/>
            <a:ext cx="2035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8</a:t>
            </a:fld>
            <a:endParaRPr/>
          </a:p>
        </p:txBody>
      </p:sp>
      <p:sp>
        <p:nvSpPr>
          <p:cNvPr id="189" name="Google Shape;189;g3847426b1ca_0_1"/>
          <p:cNvSpPr txBox="1"/>
          <p:nvPr/>
        </p:nvSpPr>
        <p:spPr>
          <a:xfrm>
            <a:off x="590025" y="862975"/>
            <a:ext cx="10763700" cy="4248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</a:pPr>
            <a:r>
              <a:rPr lang="en-US" sz="1800">
                <a:solidFill>
                  <a:srgbClr val="FF0000"/>
                </a:solidFill>
              </a:rPr>
              <a:t>'</a:t>
            </a:r>
            <a:r>
              <a:rPr lang="en-US" sz="1800">
                <a:solidFill>
                  <a:schemeClr val="dk1"/>
                </a:solidFill>
              </a:rPr>
              <a:t>Hello World</a:t>
            </a:r>
            <a:r>
              <a:rPr lang="en-US" sz="1800">
                <a:solidFill>
                  <a:srgbClr val="FF0000"/>
                </a:solidFill>
              </a:rPr>
              <a:t>'</a:t>
            </a:r>
            <a:endParaRPr sz="1800">
              <a:solidFill>
                <a:srgbClr val="FF0000"/>
              </a:solidFill>
            </a:endParaRPr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</a:pPr>
            <a:r>
              <a:rPr lang="en-US" sz="1800">
                <a:solidFill>
                  <a:srgbClr val="FF0000"/>
                </a:solidFill>
              </a:rPr>
              <a:t>"</a:t>
            </a:r>
            <a:r>
              <a:rPr lang="en-US" sz="1800">
                <a:solidFill>
                  <a:schemeClr val="dk1"/>
                </a:solidFill>
              </a:rPr>
              <a:t>Hello World</a:t>
            </a:r>
            <a:r>
              <a:rPr lang="en-US" sz="1800">
                <a:solidFill>
                  <a:srgbClr val="FF0000"/>
                </a:solidFill>
              </a:rPr>
              <a:t>"</a:t>
            </a:r>
            <a:r>
              <a:rPr lang="en-US" sz="1800">
                <a:solidFill>
                  <a:schemeClr val="dk1"/>
                </a:solidFill>
              </a:rPr>
              <a:t>  </a:t>
            </a:r>
            <a:endParaRPr sz="1800">
              <a:solidFill>
                <a:schemeClr val="dk1"/>
              </a:solidFill>
            </a:endParaRPr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</a:pPr>
            <a:r>
              <a:rPr lang="en-US" sz="1800">
                <a:solidFill>
                  <a:schemeClr val="dk1"/>
                </a:solidFill>
              </a:rPr>
              <a:t> Hello </a:t>
            </a:r>
            <a:r>
              <a:rPr lang="en-US" sz="1800">
                <a:solidFill>
                  <a:srgbClr val="FF0000"/>
                </a:solidFill>
              </a:rPr>
              <a:t>"</a:t>
            </a:r>
            <a:r>
              <a:rPr lang="en-US" sz="1800">
                <a:solidFill>
                  <a:schemeClr val="dk1"/>
                </a:solidFill>
              </a:rPr>
              <a:t>World</a:t>
            </a:r>
            <a:r>
              <a:rPr lang="en-US" sz="1800">
                <a:solidFill>
                  <a:srgbClr val="FF0000"/>
                </a:solidFill>
              </a:rPr>
              <a:t>" </a:t>
            </a:r>
            <a:r>
              <a:rPr lang="en-US" sz="1800">
                <a:solidFill>
                  <a:schemeClr val="dk1"/>
                </a:solidFill>
              </a:rPr>
              <a:t> </a:t>
            </a:r>
            <a:endParaRPr sz="1800">
              <a:solidFill>
                <a:schemeClr val="dk1"/>
              </a:solidFill>
            </a:endParaRPr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</a:pPr>
            <a:r>
              <a:rPr lang="en-US" sz="1800">
                <a:solidFill>
                  <a:srgbClr val="FF0000"/>
                </a:solidFill>
              </a:rPr>
              <a:t>'</a:t>
            </a:r>
            <a:r>
              <a:rPr lang="en-US" sz="1800">
                <a:solidFill>
                  <a:schemeClr val="dk1"/>
                </a:solidFill>
              </a:rPr>
              <a:t>Hello </a:t>
            </a:r>
            <a:r>
              <a:rPr lang="en-US" sz="1800">
                <a:solidFill>
                  <a:srgbClr val="FF0000"/>
                </a:solidFill>
              </a:rPr>
              <a:t>'</a:t>
            </a:r>
            <a:r>
              <a:rPr lang="en-US" sz="1800">
                <a:solidFill>
                  <a:schemeClr val="dk1"/>
                </a:solidFill>
              </a:rPr>
              <a:t>World</a:t>
            </a:r>
            <a:r>
              <a:rPr lang="en-US" sz="1800">
                <a:solidFill>
                  <a:srgbClr val="FF0000"/>
                </a:solidFill>
              </a:rPr>
              <a:t>' </a:t>
            </a:r>
            <a:endParaRPr sz="1800">
              <a:solidFill>
                <a:srgbClr val="FF0000"/>
              </a:solidFill>
            </a:endParaRPr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</a:pPr>
            <a:r>
              <a:rPr lang="en-US" sz="1800">
                <a:solidFill>
                  <a:schemeClr val="dk1"/>
                </a:solidFill>
              </a:rPr>
              <a:t> Hell World </a:t>
            </a:r>
            <a:endParaRPr sz="1800"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</a:endParaRPr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</a:pPr>
            <a:r>
              <a:rPr lang="en-US" sz="1800">
                <a:solidFill>
                  <a:schemeClr val="dk1"/>
                </a:solidFill>
              </a:rPr>
              <a:t>Hello </a:t>
            </a:r>
            <a:endParaRPr sz="1800">
              <a:solidFill>
                <a:schemeClr val="dk1"/>
              </a:solidFill>
            </a:endParaRPr>
          </a:p>
          <a:p>
            <a:pPr marL="45720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</a:rPr>
              <a:t>World</a:t>
            </a:r>
            <a:endParaRPr sz="1800">
              <a:solidFill>
                <a:schemeClr val="dk1"/>
              </a:solidFill>
            </a:endParaRPr>
          </a:p>
          <a:p>
            <a:pPr marL="45720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</a:endParaRPr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</a:pPr>
            <a:r>
              <a:rPr lang="en-US" sz="1800">
                <a:solidFill>
                  <a:schemeClr val="dk1"/>
                </a:solidFill>
              </a:rPr>
              <a:t>Hello   World  </a:t>
            </a:r>
            <a:endParaRPr sz="1800">
              <a:solidFill>
                <a:schemeClr val="dk1"/>
              </a:solidFill>
            </a:endParaRPr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</a:pPr>
            <a:r>
              <a:rPr lang="en-US" sz="1800">
                <a:solidFill>
                  <a:schemeClr val="dk1"/>
                </a:solidFill>
              </a:rPr>
              <a:t>Hello</a:t>
            </a:r>
            <a:r>
              <a:rPr lang="en-US" sz="1800">
                <a:solidFill>
                  <a:srgbClr val="FF0000"/>
                </a:solidFill>
              </a:rPr>
              <a:t> \</a:t>
            </a:r>
            <a:r>
              <a:rPr lang="en-US" sz="1800">
                <a:solidFill>
                  <a:schemeClr val="dk1"/>
                </a:solidFill>
              </a:rPr>
              <a:t>World</a:t>
            </a:r>
            <a:r>
              <a:rPr lang="en-US" sz="1800">
                <a:solidFill>
                  <a:srgbClr val="FF0000"/>
                </a:solidFill>
              </a:rPr>
              <a:t>\ </a:t>
            </a:r>
            <a:r>
              <a:rPr lang="en-US" sz="1800">
                <a:solidFill>
                  <a:schemeClr val="dk1"/>
                </a:solidFill>
              </a:rPr>
              <a:t> </a:t>
            </a:r>
            <a:endParaRPr sz="1800">
              <a:solidFill>
                <a:schemeClr val="dk1"/>
              </a:solidFill>
            </a:endParaRPr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</a:pPr>
            <a:endParaRPr sz="1800">
              <a:solidFill>
                <a:schemeClr val="dk1"/>
              </a:solidFill>
            </a:endParaRPr>
          </a:p>
          <a:p>
            <a:pPr marL="45720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</a:endParaRPr>
          </a:p>
          <a:p>
            <a:pPr marL="285750" marR="0" lvl="0" indent="-1714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285750" marR="0" lvl="0" indent="-1714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" name="Google Shape;203;g3847426b1ca_0_24"/>
          <p:cNvSpPr txBox="1">
            <a:spLocks noGrp="1"/>
          </p:cNvSpPr>
          <p:nvPr>
            <p:ph type="body" idx="1"/>
          </p:nvPr>
        </p:nvSpPr>
        <p:spPr>
          <a:xfrm>
            <a:off x="838201" y="1714500"/>
            <a:ext cx="10360800" cy="407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3429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</a:pPr>
            <a:endParaRPr sz="1800">
              <a:solidFill>
                <a:srgbClr val="2E85F5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lvl="0" indent="-304800" algn="l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endParaRPr sz="2400">
              <a:latin typeface="Calibri"/>
              <a:ea typeface="Calibri"/>
              <a:cs typeface="Calibri"/>
              <a:sym typeface="Calibri"/>
            </a:endParaRPr>
          </a:p>
          <a:p>
            <a:pPr marL="457200" lvl="0" indent="-304800" algn="l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endParaRPr sz="2400">
              <a:latin typeface="Calibri"/>
              <a:ea typeface="Calibri"/>
              <a:cs typeface="Calibri"/>
              <a:sym typeface="Calibri"/>
            </a:endParaRPr>
          </a:p>
          <a:p>
            <a:pPr marL="457200" lvl="0" indent="-304800" algn="l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endParaRPr sz="2400">
              <a:latin typeface="Calibri"/>
              <a:ea typeface="Calibri"/>
              <a:cs typeface="Calibri"/>
              <a:sym typeface="Calibri"/>
            </a:endParaRPr>
          </a:p>
          <a:p>
            <a:pPr marL="0" lvl="0" indent="0" algn="l" rtl="0">
              <a:lnSpc>
                <a:spcPct val="90000"/>
              </a:lnSpc>
              <a:spcBef>
                <a:spcPts val="600"/>
              </a:spcBef>
              <a:spcAft>
                <a:spcPts val="600"/>
              </a:spcAft>
              <a:buClr>
                <a:schemeClr val="dk1"/>
              </a:buClr>
              <a:buSzPts val="2400"/>
              <a:buNone/>
            </a:pPr>
            <a:endParaRPr sz="24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4" name="Google Shape;204;g3847426b1ca_0_24"/>
          <p:cNvSpPr txBox="1">
            <a:spLocks noGrp="1"/>
          </p:cNvSpPr>
          <p:nvPr>
            <p:ph type="title"/>
          </p:nvPr>
        </p:nvSpPr>
        <p:spPr>
          <a:xfrm>
            <a:off x="764800" y="214528"/>
            <a:ext cx="10036500" cy="47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Font typeface="Calibri"/>
              <a:buNone/>
            </a:pPr>
            <a:r>
              <a:rPr lang="en-US" sz="3200">
                <a:latin typeface="Calibri"/>
                <a:ea typeface="Calibri"/>
                <a:cs typeface="Calibri"/>
                <a:sym typeface="Calibri"/>
              </a:rPr>
              <a:t>Using the escapes sequences print the following</a:t>
            </a:r>
            <a:endParaRPr/>
          </a:p>
        </p:txBody>
      </p:sp>
      <p:sp>
        <p:nvSpPr>
          <p:cNvPr id="205" name="Google Shape;205;g3847426b1ca_0_24"/>
          <p:cNvSpPr txBox="1">
            <a:spLocks noGrp="1"/>
          </p:cNvSpPr>
          <p:nvPr>
            <p:ph type="body" idx="3"/>
          </p:nvPr>
        </p:nvSpPr>
        <p:spPr>
          <a:xfrm>
            <a:off x="838201" y="6341397"/>
            <a:ext cx="3101400" cy="374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767676"/>
              </a:buClr>
              <a:buSzPts val="1200"/>
              <a:buNone/>
            </a:pPr>
            <a:r>
              <a:rPr lang="en-US"/>
              <a:t>Computing Department</a:t>
            </a:r>
            <a:endParaRPr/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767676"/>
              </a:buClr>
              <a:buSzPts val="1200"/>
              <a:buNone/>
            </a:pPr>
            <a:endParaRPr/>
          </a:p>
        </p:txBody>
      </p:sp>
      <p:sp>
        <p:nvSpPr>
          <p:cNvPr id="206" name="Google Shape;206;g3847426b1ca_0_24"/>
          <p:cNvSpPr txBox="1">
            <a:spLocks noGrp="1"/>
          </p:cNvSpPr>
          <p:nvPr>
            <p:ph type="sldNum" idx="12"/>
          </p:nvPr>
        </p:nvSpPr>
        <p:spPr>
          <a:xfrm>
            <a:off x="9318522" y="6356350"/>
            <a:ext cx="2035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9</a:t>
            </a:fld>
            <a:endParaRPr/>
          </a:p>
        </p:txBody>
      </p:sp>
      <p:sp>
        <p:nvSpPr>
          <p:cNvPr id="207" name="Google Shape;207;g3847426b1ca_0_24"/>
          <p:cNvSpPr txBox="1"/>
          <p:nvPr/>
        </p:nvSpPr>
        <p:spPr>
          <a:xfrm>
            <a:off x="590025" y="862975"/>
            <a:ext cx="10763700" cy="369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</a:pPr>
            <a:r>
              <a:rPr lang="en-US" sz="1800">
                <a:solidFill>
                  <a:srgbClr val="FF0000"/>
                </a:solidFill>
              </a:rPr>
              <a:t>Name:         Alice</a:t>
            </a:r>
            <a:endParaRPr sz="1800">
              <a:solidFill>
                <a:srgbClr val="FF0000"/>
              </a:solidFill>
            </a:endParaRPr>
          </a:p>
          <a:p>
            <a:pPr marL="45720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FF0000"/>
                </a:solidFill>
              </a:rPr>
              <a:t>Age:            23</a:t>
            </a:r>
            <a:endParaRPr sz="1800">
              <a:solidFill>
                <a:srgbClr val="FF0000"/>
              </a:solidFill>
            </a:endParaRPr>
          </a:p>
          <a:p>
            <a:pPr marL="45720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FF0000"/>
                </a:solidFill>
              </a:rPr>
              <a:t>Country:      UK </a:t>
            </a:r>
            <a:endParaRPr sz="1800">
              <a:solidFill>
                <a:srgbClr val="FF0000"/>
              </a:solidFill>
            </a:endParaRPr>
          </a:p>
          <a:p>
            <a:pPr marL="45720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</a:endParaRPr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</a:pPr>
            <a:r>
              <a:rPr lang="en-US" sz="1800" b="1">
                <a:solidFill>
                  <a:schemeClr val="accent2"/>
                </a:solidFill>
              </a:rPr>
              <a:t>C:\Users\Alice\Documents\Python</a:t>
            </a:r>
            <a:r>
              <a:rPr lang="en-US" sz="1800">
                <a:solidFill>
                  <a:schemeClr val="dk1"/>
                </a:solidFill>
              </a:rPr>
              <a:t> </a:t>
            </a:r>
            <a:endParaRPr sz="1800">
              <a:solidFill>
                <a:schemeClr val="dk1"/>
              </a:solidFill>
            </a:endParaRPr>
          </a:p>
          <a:p>
            <a:pPr marL="45720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</a:endParaRPr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</a:pPr>
            <a:r>
              <a:rPr lang="en-US" sz="1800">
                <a:solidFill>
                  <a:schemeClr val="dk1"/>
                </a:solidFill>
              </a:rPr>
              <a:t> </a:t>
            </a:r>
            <a:r>
              <a:rPr lang="en-US" sz="1800" b="1">
                <a:solidFill>
                  <a:srgbClr val="B45F06"/>
                </a:solidFill>
              </a:rPr>
              <a:t>Line1</a:t>
            </a:r>
            <a:endParaRPr sz="1800" b="1">
              <a:solidFill>
                <a:srgbClr val="B45F06"/>
              </a:solidFill>
            </a:endParaRPr>
          </a:p>
          <a:p>
            <a:pPr marL="45720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>
                <a:solidFill>
                  <a:srgbClr val="B45F06"/>
                </a:solidFill>
              </a:rPr>
              <a:t>    "Tabbed quote"</a:t>
            </a:r>
            <a:endParaRPr sz="1800" b="1">
              <a:solidFill>
                <a:srgbClr val="B45F06"/>
              </a:solidFill>
            </a:endParaRPr>
          </a:p>
          <a:p>
            <a:pPr marL="45720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>
                <a:solidFill>
                  <a:srgbClr val="B45F06"/>
                </a:solidFill>
              </a:rPr>
              <a:t>Path: C:\new_folder\test.py</a:t>
            </a:r>
            <a:endParaRPr sz="1800" b="1">
              <a:solidFill>
                <a:srgbClr val="B45F06"/>
              </a:solidFill>
            </a:endParaRPr>
          </a:p>
          <a:p>
            <a:pPr marL="45720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</a:endParaRPr>
          </a:p>
          <a:p>
            <a:pPr marL="45720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</a:endParaRPr>
          </a:p>
          <a:p>
            <a:pPr marL="285750" marR="0" lvl="0" indent="-1714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285750" marR="0" lvl="0" indent="-1714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2" name="Google Shape;212;g3847426b1ca_0_78"/>
          <p:cNvSpPr txBox="1">
            <a:spLocks noGrp="1"/>
          </p:cNvSpPr>
          <p:nvPr>
            <p:ph type="title"/>
          </p:nvPr>
        </p:nvSpPr>
        <p:spPr>
          <a:xfrm>
            <a:off x="764800" y="214528"/>
            <a:ext cx="10036500" cy="47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Font typeface="Calibri"/>
              <a:buNone/>
            </a:pPr>
            <a:r>
              <a:rPr lang="en-US" sz="3200">
                <a:latin typeface="Calibri"/>
                <a:ea typeface="Calibri"/>
                <a:cs typeface="Calibri"/>
                <a:sym typeface="Calibri"/>
              </a:rPr>
              <a:t>What is  the difference?</a:t>
            </a:r>
            <a:endParaRPr/>
          </a:p>
        </p:txBody>
      </p:sp>
      <p:sp>
        <p:nvSpPr>
          <p:cNvPr id="213" name="Google Shape;213;g3847426b1ca_0_78"/>
          <p:cNvSpPr txBox="1">
            <a:spLocks noGrp="1"/>
          </p:cNvSpPr>
          <p:nvPr>
            <p:ph type="body" idx="3"/>
          </p:nvPr>
        </p:nvSpPr>
        <p:spPr>
          <a:xfrm>
            <a:off x="838201" y="6341397"/>
            <a:ext cx="3101400" cy="374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767676"/>
              </a:buClr>
              <a:buSzPts val="1200"/>
              <a:buNone/>
            </a:pPr>
            <a:r>
              <a:rPr lang="en-US"/>
              <a:t>Computing Department</a:t>
            </a:r>
            <a:endParaRPr/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767676"/>
              </a:buClr>
              <a:buSzPts val="1200"/>
              <a:buNone/>
            </a:pPr>
            <a:endParaRPr/>
          </a:p>
        </p:txBody>
      </p:sp>
      <p:sp>
        <p:nvSpPr>
          <p:cNvPr id="214" name="Google Shape;214;g3847426b1ca_0_78"/>
          <p:cNvSpPr txBox="1">
            <a:spLocks noGrp="1"/>
          </p:cNvSpPr>
          <p:nvPr>
            <p:ph type="sldNum" idx="12"/>
          </p:nvPr>
        </p:nvSpPr>
        <p:spPr>
          <a:xfrm>
            <a:off x="9318522" y="6356350"/>
            <a:ext cx="2035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10</a:t>
            </a:fld>
            <a:endParaRPr/>
          </a:p>
        </p:txBody>
      </p:sp>
      <p:sp>
        <p:nvSpPr>
          <p:cNvPr id="215" name="Google Shape;215;g3847426b1ca_0_78"/>
          <p:cNvSpPr txBox="1"/>
          <p:nvPr/>
        </p:nvSpPr>
        <p:spPr>
          <a:xfrm>
            <a:off x="590025" y="862975"/>
            <a:ext cx="10763700" cy="260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457200" lvl="0" indent="-342900" algn="l" rtl="0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-US" sz="1800">
                <a:solidFill>
                  <a:schemeClr val="dk1"/>
                </a:solidFill>
              </a:rPr>
              <a:t>print("run\n" * 3)</a:t>
            </a:r>
            <a:endParaRPr sz="1800">
              <a:solidFill>
                <a:schemeClr val="dk1"/>
              </a:solidFill>
            </a:endParaRPr>
          </a:p>
          <a:p>
            <a:pPr marL="457200" lvl="0" indent="0" algn="l" rtl="0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</a:endParaRPr>
          </a:p>
          <a:p>
            <a:pPr marL="457200" lvl="0" indent="-342900" algn="l" rtl="0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-US" sz="1800">
                <a:solidFill>
                  <a:schemeClr val="dk1"/>
                </a:solidFill>
              </a:rPr>
              <a:t>print("run\n" * 3, end="")</a:t>
            </a:r>
            <a:endParaRPr sz="1800">
              <a:solidFill>
                <a:schemeClr val="dk1"/>
              </a:solidFill>
            </a:endParaRPr>
          </a:p>
          <a:p>
            <a:pPr marL="45720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</a:endParaRPr>
          </a:p>
          <a:p>
            <a:pPr marL="45720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</a:endParaRPr>
          </a:p>
          <a:p>
            <a:pPr marL="45720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</a:endParaRPr>
          </a:p>
          <a:p>
            <a:pPr marL="285750" marR="0" lvl="0" indent="-1714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endParaRPr sz="1800">
              <a:solidFill>
                <a:schemeClr val="dk1"/>
              </a:solidFill>
            </a:endParaRPr>
          </a:p>
          <a:p>
            <a:pPr marL="285750" marR="0" lvl="0" indent="-1714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endParaRPr sz="18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0" name="Google Shape;220;p8"/>
          <p:cNvSpPr txBox="1">
            <a:spLocks noGrp="1"/>
          </p:cNvSpPr>
          <p:nvPr>
            <p:ph type="body" idx="1"/>
          </p:nvPr>
        </p:nvSpPr>
        <p:spPr>
          <a:xfrm>
            <a:off x="3056900" y="1272600"/>
            <a:ext cx="5948100" cy="246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900" b="1">
                <a:solidFill>
                  <a:schemeClr val="accent4"/>
                </a:solidFill>
              </a:rPr>
              <a:t># ask the user to insert his/her name</a:t>
            </a:r>
            <a:endParaRPr sz="1900" b="1">
              <a:solidFill>
                <a:schemeClr val="accent4"/>
              </a:solidFill>
            </a:endParaRPr>
          </a:p>
          <a:p>
            <a:pPr marL="0" lvl="0" indent="0" algn="ctr" rtl="0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900" b="1">
                <a:solidFill>
                  <a:schemeClr val="accent4"/>
                </a:solidFill>
              </a:rPr>
              <a:t># ask the user to insert int</a:t>
            </a:r>
            <a:endParaRPr sz="1900" b="1">
              <a:solidFill>
                <a:schemeClr val="accent4"/>
              </a:solidFill>
            </a:endParaRPr>
          </a:p>
          <a:p>
            <a:pPr marL="0" lvl="0" indent="0" algn="ctr" rtl="0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900" b="1">
                <a:solidFill>
                  <a:schemeClr val="accent4"/>
                </a:solidFill>
              </a:rPr>
              <a:t># ask the user to insert float</a:t>
            </a:r>
            <a:endParaRPr sz="1900" b="1">
              <a:solidFill>
                <a:schemeClr val="accent4"/>
              </a:solidFill>
            </a:endParaRPr>
          </a:p>
          <a:p>
            <a:pPr marL="0" lvl="0" indent="0" algn="ctr" rtl="0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900" b="1">
                <a:solidFill>
                  <a:schemeClr val="accent4"/>
                </a:solidFill>
              </a:rPr>
              <a:t># print the type of the inputs</a:t>
            </a:r>
            <a:endParaRPr sz="1900" b="1">
              <a:solidFill>
                <a:schemeClr val="accent4"/>
              </a:solidFill>
            </a:endParaRPr>
          </a:p>
          <a:p>
            <a:pPr marL="0" lvl="0" indent="0" algn="l" rtl="0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050">
              <a:solidFill>
                <a:srgbClr val="D4D4D4"/>
              </a:solidFill>
              <a:highlight>
                <a:srgbClr val="1E1E1E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00"/>
          </a:p>
          <a:p>
            <a:pPr marL="457200" lvl="0" indent="0" algn="l" rtl="0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00"/>
          </a:p>
          <a:p>
            <a:pPr marL="457200" marR="0" lvl="0" indent="0" algn="l" rtl="0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00"/>
          </a:p>
          <a:p>
            <a:pPr marL="22860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/>
          </a:p>
          <a:p>
            <a:pPr marL="457200" lvl="0" indent="-304800" algn="l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endParaRPr sz="1800"/>
          </a:p>
          <a:p>
            <a:pPr marL="457200" lvl="0" indent="-304800" algn="l" rtl="0">
              <a:lnSpc>
                <a:spcPct val="90000"/>
              </a:lnSpc>
              <a:spcBef>
                <a:spcPts val="600"/>
              </a:spcBef>
              <a:spcAft>
                <a:spcPts val="600"/>
              </a:spcAft>
              <a:buClr>
                <a:schemeClr val="dk1"/>
              </a:buClr>
              <a:buSzPts val="2400"/>
              <a:buNone/>
            </a:pPr>
            <a:endParaRPr sz="1800"/>
          </a:p>
        </p:txBody>
      </p:sp>
      <p:sp>
        <p:nvSpPr>
          <p:cNvPr id="221" name="Google Shape;221;p8"/>
          <p:cNvSpPr txBox="1">
            <a:spLocks noGrp="1"/>
          </p:cNvSpPr>
          <p:nvPr>
            <p:ph type="title"/>
          </p:nvPr>
        </p:nvSpPr>
        <p:spPr>
          <a:xfrm>
            <a:off x="905275" y="181003"/>
            <a:ext cx="10036500" cy="48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Font typeface="Calibri"/>
              <a:buNone/>
            </a:pPr>
            <a:r>
              <a:rPr lang="en-US" sz="3200">
                <a:latin typeface="Calibri"/>
                <a:ea typeface="Calibri"/>
                <a:cs typeface="Calibri"/>
                <a:sym typeface="Calibri"/>
              </a:rPr>
              <a:t>Individual task</a:t>
            </a:r>
            <a:endParaRPr sz="32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2" name="Google Shape;222;p8"/>
          <p:cNvSpPr txBox="1">
            <a:spLocks noGrp="1"/>
          </p:cNvSpPr>
          <p:nvPr>
            <p:ph type="body" idx="3"/>
          </p:nvPr>
        </p:nvSpPr>
        <p:spPr>
          <a:xfrm>
            <a:off x="838201" y="6341397"/>
            <a:ext cx="3101410" cy="3746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767676"/>
              </a:buClr>
              <a:buSzPts val="1200"/>
              <a:buNone/>
            </a:pPr>
            <a:r>
              <a:rPr lang="en-US"/>
              <a:t>Computing Department</a:t>
            </a:r>
            <a:endParaRPr/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767676"/>
              </a:buClr>
              <a:buSzPts val="1200"/>
              <a:buNone/>
            </a:pPr>
            <a:endParaRPr/>
          </a:p>
        </p:txBody>
      </p:sp>
      <p:sp>
        <p:nvSpPr>
          <p:cNvPr id="223" name="Google Shape;223;p8"/>
          <p:cNvSpPr txBox="1">
            <a:spLocks noGrp="1"/>
          </p:cNvSpPr>
          <p:nvPr>
            <p:ph type="sldNum" idx="12"/>
          </p:nvPr>
        </p:nvSpPr>
        <p:spPr>
          <a:xfrm>
            <a:off x="9318522" y="6356350"/>
            <a:ext cx="2035278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11</a:t>
            </a:fld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6" name="Google Shape;236;g3847426b1ca_0_55"/>
          <p:cNvSpPr txBox="1">
            <a:spLocks noGrp="1"/>
          </p:cNvSpPr>
          <p:nvPr>
            <p:ph type="body" idx="1"/>
          </p:nvPr>
        </p:nvSpPr>
        <p:spPr>
          <a:xfrm>
            <a:off x="1531050" y="1753775"/>
            <a:ext cx="9247500" cy="1776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 b="1">
                <a:solidFill>
                  <a:schemeClr val="accent4"/>
                </a:solidFill>
                <a:latin typeface="Calibri"/>
                <a:ea typeface="Calibri"/>
                <a:cs typeface="Calibri"/>
                <a:sym typeface="Calibri"/>
              </a:rPr>
              <a:t># ask the name of the user</a:t>
            </a:r>
            <a:endParaRPr sz="2800" b="1">
              <a:solidFill>
                <a:schemeClr val="accent4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lvl="0" indent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 b="1">
                <a:solidFill>
                  <a:schemeClr val="accent4"/>
                </a:solidFill>
                <a:latin typeface="Calibri"/>
                <a:ea typeface="Calibri"/>
                <a:cs typeface="Calibri"/>
                <a:sym typeface="Calibri"/>
              </a:rPr>
              <a:t># ask the current age of the user</a:t>
            </a:r>
            <a:endParaRPr sz="2800" b="1">
              <a:solidFill>
                <a:schemeClr val="accent4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lvl="0" indent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 b="1">
                <a:solidFill>
                  <a:schemeClr val="accent4"/>
                </a:solidFill>
                <a:latin typeface="Calibri"/>
                <a:ea typeface="Calibri"/>
                <a:cs typeface="Calibri"/>
                <a:sym typeface="Calibri"/>
              </a:rPr>
              <a:t># return the age that the user will have next year</a:t>
            </a:r>
            <a:endParaRPr sz="2800" b="1">
              <a:solidFill>
                <a:schemeClr val="accent4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lvl="0" indent="0" algn="l" rtl="0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00"/>
          </a:p>
          <a:p>
            <a:pPr marL="0" lvl="0" indent="0" algn="l" rtl="0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00"/>
          </a:p>
          <a:p>
            <a:pPr marL="0" lvl="0" indent="0" algn="l" rtl="0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00"/>
          </a:p>
          <a:p>
            <a:pPr marL="0" lvl="0" indent="0" algn="l" rtl="0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00"/>
          </a:p>
          <a:p>
            <a:pPr marL="457200" lvl="0" indent="0" algn="l" rtl="0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00"/>
          </a:p>
          <a:p>
            <a:pPr marL="457200" marR="0" lvl="0" indent="0" algn="l" rtl="0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00"/>
          </a:p>
          <a:p>
            <a:pPr marL="22860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/>
          </a:p>
          <a:p>
            <a:pPr marL="457200" lvl="0" indent="-304800" algn="l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endParaRPr sz="1800"/>
          </a:p>
          <a:p>
            <a:pPr marL="457200" lvl="0" indent="-304800" algn="l" rtl="0">
              <a:lnSpc>
                <a:spcPct val="90000"/>
              </a:lnSpc>
              <a:spcBef>
                <a:spcPts val="600"/>
              </a:spcBef>
              <a:spcAft>
                <a:spcPts val="600"/>
              </a:spcAft>
              <a:buClr>
                <a:schemeClr val="dk1"/>
              </a:buClr>
              <a:buSzPts val="2400"/>
              <a:buNone/>
            </a:pPr>
            <a:endParaRPr sz="1800"/>
          </a:p>
        </p:txBody>
      </p:sp>
      <p:sp>
        <p:nvSpPr>
          <p:cNvPr id="237" name="Google Shape;237;g3847426b1ca_0_55"/>
          <p:cNvSpPr txBox="1">
            <a:spLocks noGrp="1"/>
          </p:cNvSpPr>
          <p:nvPr>
            <p:ph type="title"/>
          </p:nvPr>
        </p:nvSpPr>
        <p:spPr>
          <a:xfrm>
            <a:off x="905275" y="181003"/>
            <a:ext cx="10036500" cy="48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Font typeface="Calibri"/>
              <a:buNone/>
            </a:pPr>
            <a:r>
              <a:rPr lang="en-US" sz="3200">
                <a:latin typeface="Calibri"/>
                <a:ea typeface="Calibri"/>
                <a:cs typeface="Calibri"/>
                <a:sym typeface="Calibri"/>
              </a:rPr>
              <a:t>Individual task</a:t>
            </a:r>
            <a:endParaRPr sz="32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8" name="Google Shape;238;g3847426b1ca_0_55"/>
          <p:cNvSpPr txBox="1">
            <a:spLocks noGrp="1"/>
          </p:cNvSpPr>
          <p:nvPr>
            <p:ph type="body" idx="3"/>
          </p:nvPr>
        </p:nvSpPr>
        <p:spPr>
          <a:xfrm>
            <a:off x="838201" y="6341397"/>
            <a:ext cx="3101400" cy="374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767676"/>
              </a:buClr>
              <a:buSzPts val="1200"/>
              <a:buNone/>
            </a:pPr>
            <a:r>
              <a:rPr lang="en-US"/>
              <a:t>Computing Department</a:t>
            </a:r>
            <a:endParaRPr/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767676"/>
              </a:buClr>
              <a:buSzPts val="1200"/>
              <a:buNone/>
            </a:pPr>
            <a:endParaRPr/>
          </a:p>
        </p:txBody>
      </p:sp>
      <p:sp>
        <p:nvSpPr>
          <p:cNvPr id="239" name="Google Shape;239;g3847426b1ca_0_55"/>
          <p:cNvSpPr txBox="1">
            <a:spLocks noGrp="1"/>
          </p:cNvSpPr>
          <p:nvPr>
            <p:ph type="sldNum" idx="12"/>
          </p:nvPr>
        </p:nvSpPr>
        <p:spPr>
          <a:xfrm>
            <a:off x="9318522" y="6356350"/>
            <a:ext cx="2035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12</a:t>
            </a:fld>
            <a:endParaRPr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2" name="Google Shape;252;g38256f8aede_0_50"/>
          <p:cNvSpPr txBox="1">
            <a:spLocks noGrp="1"/>
          </p:cNvSpPr>
          <p:nvPr>
            <p:ph type="title"/>
          </p:nvPr>
        </p:nvSpPr>
        <p:spPr>
          <a:xfrm>
            <a:off x="781525" y="323378"/>
            <a:ext cx="10036500" cy="49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3200">
                <a:latin typeface="Calibri"/>
                <a:ea typeface="Calibri"/>
                <a:cs typeface="Calibri"/>
                <a:sym typeface="Calibri"/>
              </a:rPr>
              <a:t>String Methods</a:t>
            </a:r>
            <a:endParaRPr sz="32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3" name="Google Shape;253;g38256f8aede_0_50"/>
          <p:cNvSpPr txBox="1">
            <a:spLocks noGrp="1"/>
          </p:cNvSpPr>
          <p:nvPr>
            <p:ph type="body" idx="3"/>
          </p:nvPr>
        </p:nvSpPr>
        <p:spPr>
          <a:xfrm>
            <a:off x="838201" y="6341397"/>
            <a:ext cx="3101400" cy="374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767676"/>
              </a:buClr>
              <a:buSzPts val="1200"/>
              <a:buNone/>
            </a:pPr>
            <a:r>
              <a:rPr lang="en-US"/>
              <a:t>Computing Department</a:t>
            </a:r>
            <a:endParaRPr/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767676"/>
              </a:buClr>
              <a:buSzPts val="1200"/>
              <a:buNone/>
            </a:pPr>
            <a:endParaRPr/>
          </a:p>
        </p:txBody>
      </p:sp>
      <p:sp>
        <p:nvSpPr>
          <p:cNvPr id="254" name="Google Shape;254;g38256f8aede_0_50"/>
          <p:cNvSpPr txBox="1">
            <a:spLocks noGrp="1"/>
          </p:cNvSpPr>
          <p:nvPr>
            <p:ph type="sldNum" idx="12"/>
          </p:nvPr>
        </p:nvSpPr>
        <p:spPr>
          <a:xfrm>
            <a:off x="9318522" y="6356350"/>
            <a:ext cx="2035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13</a:t>
            </a:fld>
            <a:endParaRPr/>
          </a:p>
        </p:txBody>
      </p:sp>
      <p:sp>
        <p:nvSpPr>
          <p:cNvPr id="255" name="Google Shape;255;g38256f8aede_0_50"/>
          <p:cNvSpPr txBox="1">
            <a:spLocks noGrp="1"/>
          </p:cNvSpPr>
          <p:nvPr>
            <p:ph type="body" idx="1"/>
          </p:nvPr>
        </p:nvSpPr>
        <p:spPr>
          <a:xfrm>
            <a:off x="955600" y="1320275"/>
            <a:ext cx="10133100" cy="400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dirty="0">
                <a:solidFill>
                  <a:srgbClr val="980000"/>
                </a:solidFill>
              </a:rPr>
              <a:t>.lower()</a:t>
            </a:r>
            <a:r>
              <a:rPr lang="en-US" sz="1800" dirty="0"/>
              <a:t> -&gt; everything small.</a:t>
            </a:r>
            <a:endParaRPr sz="1800" dirty="0"/>
          </a:p>
          <a:p>
            <a:pPr marL="0" lvl="0" indent="0" algn="l" rtl="0">
              <a:lnSpc>
                <a:spcPct val="135714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-US" sz="1800" dirty="0">
                <a:solidFill>
                  <a:srgbClr val="980000"/>
                </a:solidFill>
              </a:rPr>
              <a:t>.upper()</a:t>
            </a:r>
            <a:r>
              <a:rPr lang="en-US" sz="1800" dirty="0"/>
              <a:t> -&gt; everything uppercase.</a:t>
            </a:r>
            <a:endParaRPr sz="1800" dirty="0"/>
          </a:p>
          <a:p>
            <a:pPr marL="0" lvl="0" indent="0" algn="l" rtl="0">
              <a:lnSpc>
                <a:spcPct val="135714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800" dirty="0">
                <a:solidFill>
                  <a:srgbClr val="980000"/>
                </a:solidFill>
              </a:rPr>
              <a:t>.capitalize()</a:t>
            </a:r>
            <a:r>
              <a:rPr lang="en-US" sz="1800" dirty="0"/>
              <a:t> -&gt; first letter to uppercase.</a:t>
            </a:r>
            <a:endParaRPr sz="1800" dirty="0"/>
          </a:p>
          <a:p>
            <a:pPr marL="0" lvl="0" indent="0" algn="l" rtl="0">
              <a:lnSpc>
                <a:spcPct val="135714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-US" sz="1800" dirty="0">
                <a:solidFill>
                  <a:srgbClr val="980000"/>
                </a:solidFill>
              </a:rPr>
              <a:t>.</a:t>
            </a:r>
            <a:r>
              <a:rPr lang="en-US" sz="1800" dirty="0" err="1">
                <a:solidFill>
                  <a:srgbClr val="980000"/>
                </a:solidFill>
              </a:rPr>
              <a:t>casefold</a:t>
            </a:r>
            <a:r>
              <a:rPr lang="en-US" sz="1800" dirty="0">
                <a:solidFill>
                  <a:srgbClr val="980000"/>
                </a:solidFill>
              </a:rPr>
              <a:t>() </a:t>
            </a:r>
            <a:r>
              <a:rPr lang="en-US" sz="1800" dirty="0"/>
              <a:t> -&gt; super-lower (for comparing text fairly).</a:t>
            </a:r>
            <a:endParaRPr sz="1800" dirty="0"/>
          </a:p>
          <a:p>
            <a:pPr marL="0" lvl="0" indent="0" algn="l" rtl="0">
              <a:lnSpc>
                <a:spcPct val="135714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800" dirty="0">
                <a:solidFill>
                  <a:srgbClr val="980000"/>
                </a:solidFill>
              </a:rPr>
              <a:t>.</a:t>
            </a:r>
            <a:r>
              <a:rPr lang="en-US" sz="1800" dirty="0" err="1">
                <a:solidFill>
                  <a:srgbClr val="980000"/>
                </a:solidFill>
              </a:rPr>
              <a:t>swapcase</a:t>
            </a:r>
            <a:r>
              <a:rPr lang="en-US" sz="1800" dirty="0">
                <a:solidFill>
                  <a:srgbClr val="980000"/>
                </a:solidFill>
              </a:rPr>
              <a:t>() </a:t>
            </a:r>
            <a:r>
              <a:rPr lang="en-US" sz="1800" dirty="0"/>
              <a:t> -&gt; flip big/small.</a:t>
            </a:r>
            <a:endParaRPr sz="1800" dirty="0"/>
          </a:p>
          <a:p>
            <a:pPr marL="0" lvl="0" indent="0" algn="l" rtl="0">
              <a:lnSpc>
                <a:spcPct val="135714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-US" sz="1800" dirty="0">
                <a:solidFill>
                  <a:srgbClr val="980000"/>
                </a:solidFill>
              </a:rPr>
              <a:t>.title()</a:t>
            </a:r>
            <a:r>
              <a:rPr lang="en-US" sz="1800" dirty="0"/>
              <a:t>  - &gt; make it look like a book title.</a:t>
            </a:r>
            <a:endParaRPr sz="1800" dirty="0"/>
          </a:p>
          <a:p>
            <a:pPr marL="0" lvl="0" indent="0" algn="l" rtl="0">
              <a:lnSpc>
                <a:spcPct val="135714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800">
                <a:solidFill>
                  <a:srgbClr val="980000"/>
                </a:solidFill>
              </a:rPr>
              <a:t>.strip() </a:t>
            </a:r>
            <a:r>
              <a:rPr lang="en-US" sz="1800"/>
              <a:t> -&gt; removes whitespace</a:t>
            </a:r>
            <a:endParaRPr sz="1800"/>
          </a:p>
          <a:p>
            <a:pPr marL="0" lvl="0" indent="0" algn="l" rtl="0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00" dirty="0"/>
          </a:p>
          <a:p>
            <a:pPr marL="0" lvl="0" indent="0" algn="l" rtl="0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00" dirty="0"/>
          </a:p>
          <a:p>
            <a:pPr marL="0" lvl="0" indent="0" algn="l" rtl="0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00" dirty="0"/>
          </a:p>
          <a:p>
            <a:pPr marL="0" lvl="0" indent="0" algn="l" rtl="0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00" dirty="0"/>
          </a:p>
          <a:p>
            <a:pPr marL="457200" lvl="0" indent="0" algn="l" rtl="0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00" dirty="0"/>
          </a:p>
          <a:p>
            <a:pPr marL="457200" marR="0" lvl="0" indent="0" algn="l" rtl="0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00" dirty="0"/>
          </a:p>
          <a:p>
            <a:pPr marL="22860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 dirty="0"/>
          </a:p>
          <a:p>
            <a:pPr marL="457200" lvl="0" indent="-304800" algn="l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endParaRPr sz="1800" dirty="0"/>
          </a:p>
          <a:p>
            <a:pPr marL="457200" lvl="0" indent="-304800" algn="l" rtl="0">
              <a:lnSpc>
                <a:spcPct val="90000"/>
              </a:lnSpc>
              <a:spcBef>
                <a:spcPts val="600"/>
              </a:spcBef>
              <a:spcAft>
                <a:spcPts val="600"/>
              </a:spcAft>
              <a:buClr>
                <a:schemeClr val="dk1"/>
              </a:buClr>
              <a:buSzPts val="2400"/>
              <a:buNone/>
            </a:pPr>
            <a:endParaRPr sz="18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0" name="Google Shape;260;g3847426b1ca_0_63"/>
          <p:cNvSpPr txBox="1">
            <a:spLocks noGrp="1"/>
          </p:cNvSpPr>
          <p:nvPr>
            <p:ph type="body" idx="1"/>
          </p:nvPr>
        </p:nvSpPr>
        <p:spPr>
          <a:xfrm>
            <a:off x="1542250" y="1675325"/>
            <a:ext cx="9247500" cy="2903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 b="1" dirty="0">
                <a:solidFill>
                  <a:schemeClr val="accent4"/>
                </a:solidFill>
                <a:latin typeface="Calibri"/>
                <a:ea typeface="Calibri"/>
                <a:cs typeface="Calibri"/>
                <a:sym typeface="Calibri"/>
              </a:rPr>
              <a:t>#  asks the name of the user</a:t>
            </a:r>
            <a:endParaRPr sz="2800" b="1" dirty="0">
              <a:solidFill>
                <a:schemeClr val="accent4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lvl="0" indent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 b="1" dirty="0">
                <a:solidFill>
                  <a:schemeClr val="accent4"/>
                </a:solidFill>
                <a:latin typeface="Calibri"/>
                <a:ea typeface="Calibri"/>
                <a:cs typeface="Calibri"/>
                <a:sym typeface="Calibri"/>
              </a:rPr>
              <a:t>#  do case normalization </a:t>
            </a:r>
            <a:endParaRPr sz="2800" b="1" dirty="0">
              <a:solidFill>
                <a:schemeClr val="accent4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lvl="0" indent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 b="1" dirty="0">
                <a:solidFill>
                  <a:schemeClr val="accent4"/>
                </a:solidFill>
                <a:latin typeface="Calibri"/>
                <a:ea typeface="Calibri"/>
                <a:cs typeface="Calibri"/>
                <a:sym typeface="Calibri"/>
              </a:rPr>
              <a:t>#  remove the whitespaces</a:t>
            </a:r>
            <a:endParaRPr sz="2800" b="1" dirty="0">
              <a:solidFill>
                <a:schemeClr val="accent4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lvl="0" indent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 b="1" dirty="0">
                <a:solidFill>
                  <a:schemeClr val="accent4"/>
                </a:solidFill>
                <a:latin typeface="Calibri"/>
                <a:ea typeface="Calibri"/>
                <a:cs typeface="Calibri"/>
                <a:sym typeface="Calibri"/>
              </a:rPr>
              <a:t>#  return the cleaned output  “hello + name”</a:t>
            </a:r>
            <a:endParaRPr sz="2800" b="1" dirty="0">
              <a:solidFill>
                <a:schemeClr val="accent4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lvl="0" indent="0" algn="l" rtl="0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00" dirty="0"/>
          </a:p>
          <a:p>
            <a:pPr marL="0" lvl="0" indent="0" algn="l" rtl="0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00" dirty="0"/>
          </a:p>
          <a:p>
            <a:pPr marL="0" lvl="0" indent="0" algn="l" rtl="0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00" dirty="0"/>
          </a:p>
          <a:p>
            <a:pPr marL="0" lvl="0" indent="0" algn="l" rtl="0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00" dirty="0"/>
          </a:p>
          <a:p>
            <a:pPr marL="457200" lvl="0" indent="0" algn="l" rtl="0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00" dirty="0"/>
          </a:p>
          <a:p>
            <a:pPr marL="457200" marR="0" lvl="0" indent="0" algn="l" rtl="0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00" dirty="0"/>
          </a:p>
          <a:p>
            <a:pPr marL="22860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 dirty="0"/>
          </a:p>
          <a:p>
            <a:pPr marL="457200" lvl="0" indent="-304800" algn="l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endParaRPr sz="1800" dirty="0"/>
          </a:p>
          <a:p>
            <a:pPr marL="457200" lvl="0" indent="-304800" algn="l" rtl="0">
              <a:lnSpc>
                <a:spcPct val="90000"/>
              </a:lnSpc>
              <a:spcBef>
                <a:spcPts val="600"/>
              </a:spcBef>
              <a:spcAft>
                <a:spcPts val="600"/>
              </a:spcAft>
              <a:buClr>
                <a:schemeClr val="dk1"/>
              </a:buClr>
              <a:buSzPts val="2400"/>
              <a:buNone/>
            </a:pPr>
            <a:endParaRPr sz="1800" dirty="0"/>
          </a:p>
        </p:txBody>
      </p:sp>
      <p:sp>
        <p:nvSpPr>
          <p:cNvPr id="261" name="Google Shape;261;g3847426b1ca_0_63"/>
          <p:cNvSpPr txBox="1">
            <a:spLocks noGrp="1"/>
          </p:cNvSpPr>
          <p:nvPr>
            <p:ph type="title"/>
          </p:nvPr>
        </p:nvSpPr>
        <p:spPr>
          <a:xfrm>
            <a:off x="905275" y="181003"/>
            <a:ext cx="10036500" cy="48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Font typeface="Calibri"/>
              <a:buNone/>
            </a:pPr>
            <a:r>
              <a:rPr lang="en-US" sz="3200">
                <a:latin typeface="Calibri"/>
                <a:ea typeface="Calibri"/>
                <a:cs typeface="Calibri"/>
                <a:sym typeface="Calibri"/>
              </a:rPr>
              <a:t>Individual task</a:t>
            </a:r>
            <a:endParaRPr sz="32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2" name="Google Shape;262;g3847426b1ca_0_63"/>
          <p:cNvSpPr txBox="1">
            <a:spLocks noGrp="1"/>
          </p:cNvSpPr>
          <p:nvPr>
            <p:ph type="body" idx="3"/>
          </p:nvPr>
        </p:nvSpPr>
        <p:spPr>
          <a:xfrm>
            <a:off x="838201" y="6341397"/>
            <a:ext cx="3101400" cy="374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767676"/>
              </a:buClr>
              <a:buSzPts val="1200"/>
              <a:buNone/>
            </a:pPr>
            <a:r>
              <a:rPr lang="en-US"/>
              <a:t>Computing Department</a:t>
            </a:r>
            <a:endParaRPr/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767676"/>
              </a:buClr>
              <a:buSzPts val="1200"/>
              <a:buNone/>
            </a:pPr>
            <a:endParaRPr/>
          </a:p>
        </p:txBody>
      </p:sp>
      <p:sp>
        <p:nvSpPr>
          <p:cNvPr id="263" name="Google Shape;263;g3847426b1ca_0_63"/>
          <p:cNvSpPr txBox="1">
            <a:spLocks noGrp="1"/>
          </p:cNvSpPr>
          <p:nvPr>
            <p:ph type="sldNum" idx="12"/>
          </p:nvPr>
        </p:nvSpPr>
        <p:spPr>
          <a:xfrm>
            <a:off x="9318522" y="6356350"/>
            <a:ext cx="2035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14</a:t>
            </a:fld>
            <a:endParaRPr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" name="Google Shape;276;g3847426b1ca_0_114"/>
          <p:cNvSpPr txBox="1">
            <a:spLocks noGrp="1"/>
          </p:cNvSpPr>
          <p:nvPr>
            <p:ph type="body" idx="1"/>
          </p:nvPr>
        </p:nvSpPr>
        <p:spPr>
          <a:xfrm>
            <a:off x="1006475" y="1036525"/>
            <a:ext cx="9247500" cy="120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just" rtl="0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800"/>
              <a:t>I like to travel by train. The train is fast and the train is comfortable. On the train I can read, on the train I can sleep, and on the train I can dream. The train always takes me to new places.</a:t>
            </a:r>
            <a:endParaRPr sz="1050">
              <a:solidFill>
                <a:srgbClr val="D4D4D4"/>
              </a:solidFill>
              <a:highlight>
                <a:srgbClr val="1E1E1E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00"/>
          </a:p>
          <a:p>
            <a:pPr marL="0" lvl="0" indent="0" algn="l" rtl="0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800"/>
              <a:t>print(text.</a:t>
            </a:r>
            <a:r>
              <a:rPr lang="en-US" sz="1800">
                <a:solidFill>
                  <a:srgbClr val="980000"/>
                </a:solidFill>
              </a:rPr>
              <a:t>count</a:t>
            </a:r>
            <a:r>
              <a:rPr lang="en-US" sz="1800"/>
              <a:t>("train"))</a:t>
            </a:r>
            <a:endParaRPr sz="1800"/>
          </a:p>
          <a:p>
            <a:pPr marL="0" lvl="0" indent="0" algn="l" rtl="0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800"/>
              <a:t>print(text.</a:t>
            </a:r>
            <a:r>
              <a:rPr lang="en-US" sz="1800">
                <a:solidFill>
                  <a:srgbClr val="980000"/>
                </a:solidFill>
              </a:rPr>
              <a:t>split</a:t>
            </a:r>
            <a:r>
              <a:rPr lang="en-US" sz="1800"/>
              <a:t>())</a:t>
            </a:r>
            <a:endParaRPr sz="1800"/>
          </a:p>
          <a:p>
            <a:pPr marL="0" lvl="0" indent="0" algn="l" rtl="0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800"/>
              <a:t>print(text.</a:t>
            </a:r>
            <a:r>
              <a:rPr lang="en-US" sz="1800">
                <a:solidFill>
                  <a:srgbClr val="980000"/>
                </a:solidFill>
              </a:rPr>
              <a:t>replace</a:t>
            </a:r>
            <a:r>
              <a:rPr lang="en-US" sz="1800"/>
              <a:t>("train", "airplane"))</a:t>
            </a:r>
            <a:endParaRPr sz="1800"/>
          </a:p>
          <a:p>
            <a:pPr marL="0" lvl="0" indent="0" algn="l" rtl="0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800"/>
              <a:t>print(text.</a:t>
            </a:r>
            <a:r>
              <a:rPr lang="en-US" sz="1800">
                <a:solidFill>
                  <a:srgbClr val="980000"/>
                </a:solidFill>
              </a:rPr>
              <a:t>index</a:t>
            </a:r>
            <a:r>
              <a:rPr lang="en-US" sz="1800"/>
              <a:t>("</a:t>
            </a:r>
            <a:r>
              <a:rPr lang="en-US" sz="1800">
                <a:solidFill>
                  <a:srgbClr val="980000"/>
                </a:solidFill>
              </a:rPr>
              <a:t>never</a:t>
            </a:r>
            <a:r>
              <a:rPr lang="en-US" sz="1800"/>
              <a:t>"))</a:t>
            </a:r>
            <a:endParaRPr sz="1800"/>
          </a:p>
          <a:p>
            <a:pPr marL="0" lvl="0" indent="0" algn="l" rtl="0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/>
              <a:t>print(text.</a:t>
            </a:r>
            <a:r>
              <a:rPr lang="en-US" sz="1800">
                <a:solidFill>
                  <a:srgbClr val="980000"/>
                </a:solidFill>
              </a:rPr>
              <a:t>find</a:t>
            </a:r>
            <a:r>
              <a:rPr lang="en-US" sz="1800"/>
              <a:t>("</a:t>
            </a:r>
            <a:r>
              <a:rPr lang="en-US" sz="1800">
                <a:solidFill>
                  <a:srgbClr val="980000"/>
                </a:solidFill>
              </a:rPr>
              <a:t>never</a:t>
            </a:r>
            <a:r>
              <a:rPr lang="en-US" sz="1800"/>
              <a:t>"))</a:t>
            </a:r>
            <a:endParaRPr sz="1800"/>
          </a:p>
          <a:p>
            <a:pPr marL="0" lvl="0" indent="0" algn="l" rtl="0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/>
              <a:t>print(text.</a:t>
            </a:r>
            <a:r>
              <a:rPr lang="en-US" sz="1800">
                <a:solidFill>
                  <a:srgbClr val="980000"/>
                </a:solidFill>
              </a:rPr>
              <a:t>endswith</a:t>
            </a:r>
            <a:r>
              <a:rPr lang="en-US" sz="1800"/>
              <a:t>("places."))</a:t>
            </a:r>
            <a:endParaRPr sz="1800"/>
          </a:p>
          <a:p>
            <a:pPr marL="0" lvl="0" indent="0" algn="l" rtl="0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/>
              <a:t>print(text.</a:t>
            </a:r>
            <a:r>
              <a:rPr lang="en-US" sz="1800">
                <a:solidFill>
                  <a:srgbClr val="980000"/>
                </a:solidFill>
              </a:rPr>
              <a:t>startswith</a:t>
            </a:r>
            <a:r>
              <a:rPr lang="en-US" sz="1800"/>
              <a:t>("I like"))</a:t>
            </a:r>
            <a:endParaRPr sz="1800"/>
          </a:p>
          <a:p>
            <a:pPr marL="0" lvl="0" indent="0" algn="l" rtl="0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/>
              <a:t>print("-".</a:t>
            </a:r>
            <a:r>
              <a:rPr lang="en-US" sz="1800">
                <a:solidFill>
                  <a:srgbClr val="980000"/>
                </a:solidFill>
              </a:rPr>
              <a:t>join</a:t>
            </a:r>
            <a:r>
              <a:rPr lang="en-US" sz="1800"/>
              <a:t>(text))</a:t>
            </a:r>
            <a:endParaRPr sz="1050">
              <a:solidFill>
                <a:srgbClr val="D4D4D4"/>
              </a:solidFill>
              <a:highlight>
                <a:srgbClr val="1E1E1E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00"/>
          </a:p>
          <a:p>
            <a:pPr marL="0" lvl="0" indent="0" algn="l" rtl="0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1800"/>
          </a:p>
          <a:p>
            <a:pPr marL="0" lvl="0" indent="0" algn="l" rtl="0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00"/>
          </a:p>
          <a:p>
            <a:pPr marL="0" lvl="0" indent="0" algn="l" rtl="0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00"/>
          </a:p>
          <a:p>
            <a:pPr marL="0" lvl="0" indent="0" algn="l" rtl="0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00"/>
          </a:p>
          <a:p>
            <a:pPr marL="457200" lvl="0" indent="0" algn="l" rtl="0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00"/>
          </a:p>
          <a:p>
            <a:pPr marL="457200" marR="0" lvl="0" indent="0" algn="l" rtl="0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00"/>
          </a:p>
          <a:p>
            <a:pPr marL="22860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/>
          </a:p>
          <a:p>
            <a:pPr marL="457200" lvl="0" indent="-304800" algn="l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endParaRPr sz="1800"/>
          </a:p>
          <a:p>
            <a:pPr marL="457200" lvl="0" indent="-304800" algn="l" rtl="0">
              <a:lnSpc>
                <a:spcPct val="90000"/>
              </a:lnSpc>
              <a:spcBef>
                <a:spcPts val="600"/>
              </a:spcBef>
              <a:spcAft>
                <a:spcPts val="600"/>
              </a:spcAft>
              <a:buClr>
                <a:schemeClr val="dk1"/>
              </a:buClr>
              <a:buSzPts val="2400"/>
              <a:buNone/>
            </a:pPr>
            <a:endParaRPr sz="1800"/>
          </a:p>
        </p:txBody>
      </p:sp>
      <p:sp>
        <p:nvSpPr>
          <p:cNvPr id="277" name="Google Shape;277;g3847426b1ca_0_114"/>
          <p:cNvSpPr txBox="1">
            <a:spLocks noGrp="1"/>
          </p:cNvSpPr>
          <p:nvPr>
            <p:ph type="title"/>
          </p:nvPr>
        </p:nvSpPr>
        <p:spPr>
          <a:xfrm>
            <a:off x="905275" y="181003"/>
            <a:ext cx="10036500" cy="48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3200">
                <a:latin typeface="Calibri"/>
                <a:ea typeface="Calibri"/>
                <a:cs typeface="Calibri"/>
                <a:sym typeface="Calibri"/>
              </a:rPr>
              <a:t>String Methods</a:t>
            </a:r>
            <a:endParaRPr sz="3200">
              <a:solidFill>
                <a:srgbClr val="98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8" name="Google Shape;278;g3847426b1ca_0_114"/>
          <p:cNvSpPr txBox="1">
            <a:spLocks noGrp="1"/>
          </p:cNvSpPr>
          <p:nvPr>
            <p:ph type="body" idx="3"/>
          </p:nvPr>
        </p:nvSpPr>
        <p:spPr>
          <a:xfrm>
            <a:off x="838201" y="6341397"/>
            <a:ext cx="3101400" cy="374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767676"/>
              </a:buClr>
              <a:buSzPts val="1200"/>
              <a:buNone/>
            </a:pPr>
            <a:r>
              <a:rPr lang="en-US"/>
              <a:t>Computing Department</a:t>
            </a:r>
            <a:endParaRPr/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767676"/>
              </a:buClr>
              <a:buSzPts val="1200"/>
              <a:buNone/>
            </a:pPr>
            <a:endParaRPr/>
          </a:p>
        </p:txBody>
      </p:sp>
      <p:sp>
        <p:nvSpPr>
          <p:cNvPr id="279" name="Google Shape;279;g3847426b1ca_0_114"/>
          <p:cNvSpPr txBox="1">
            <a:spLocks noGrp="1"/>
          </p:cNvSpPr>
          <p:nvPr>
            <p:ph type="sldNum" idx="12"/>
          </p:nvPr>
        </p:nvSpPr>
        <p:spPr>
          <a:xfrm>
            <a:off x="9318522" y="6356350"/>
            <a:ext cx="2035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15</a:t>
            </a:fld>
            <a:endParaRPr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4" name="Google Shape;284;g3847426b1ca_0_126"/>
          <p:cNvSpPr txBox="1">
            <a:spLocks noGrp="1"/>
          </p:cNvSpPr>
          <p:nvPr>
            <p:ph type="body" idx="1"/>
          </p:nvPr>
        </p:nvSpPr>
        <p:spPr>
          <a:xfrm>
            <a:off x="1006475" y="1036525"/>
            <a:ext cx="9247500" cy="2932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342900" algn="l" rtl="0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SzPts val="1800"/>
              <a:buChar char="•"/>
            </a:pPr>
            <a:r>
              <a:rPr lang="en-US" sz="1800"/>
              <a:t>print(text.</a:t>
            </a:r>
            <a:r>
              <a:rPr lang="en-US" sz="1800">
                <a:solidFill>
                  <a:srgbClr val="980000"/>
                </a:solidFill>
              </a:rPr>
              <a:t>isalnum()</a:t>
            </a:r>
            <a:r>
              <a:rPr lang="en-US" sz="1800"/>
              <a:t>)  -&gt; Returns True if all characters in the string are alphanumeric (letters+digits)</a:t>
            </a:r>
            <a:endParaRPr sz="1800"/>
          </a:p>
          <a:p>
            <a:pPr marL="457200" lvl="0" indent="-342900" algn="l" rtl="0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SzPts val="1800"/>
              <a:buChar char="•"/>
            </a:pPr>
            <a:r>
              <a:rPr lang="en-US" sz="1800"/>
              <a:t>print(text.</a:t>
            </a:r>
            <a:r>
              <a:rPr lang="en-US" sz="1800">
                <a:solidFill>
                  <a:srgbClr val="980000"/>
                </a:solidFill>
              </a:rPr>
              <a:t>isalpha()</a:t>
            </a:r>
            <a:r>
              <a:rPr lang="en-US" sz="1800"/>
              <a:t>)  -&gt; Returns True if all characters in the string are in the alphabet</a:t>
            </a:r>
            <a:endParaRPr sz="1050">
              <a:solidFill>
                <a:srgbClr val="D4D4D4"/>
              </a:solidFill>
              <a:highlight>
                <a:srgbClr val="1E1E1E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marL="457200" lvl="0" indent="-342900" algn="l" rtl="0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SzPts val="1800"/>
              <a:buChar char="•"/>
            </a:pPr>
            <a:r>
              <a:rPr lang="en-US" sz="1800"/>
              <a:t>print(text.</a:t>
            </a:r>
            <a:r>
              <a:rPr lang="en-US" sz="1800">
                <a:solidFill>
                  <a:srgbClr val="980000"/>
                </a:solidFill>
              </a:rPr>
              <a:t>isdecimal()</a:t>
            </a:r>
            <a:r>
              <a:rPr lang="en-US" sz="1800"/>
              <a:t>)  -&gt; Returns True if all characters in the string are decimals</a:t>
            </a:r>
            <a:endParaRPr sz="1800"/>
          </a:p>
          <a:p>
            <a:pPr marL="457200" lvl="0" indent="-342900" algn="l" rtl="0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SzPts val="1800"/>
              <a:buChar char="•"/>
            </a:pPr>
            <a:r>
              <a:rPr lang="en-US" sz="1800"/>
              <a:t>print(text.</a:t>
            </a:r>
            <a:r>
              <a:rPr lang="en-US" sz="1800">
                <a:solidFill>
                  <a:srgbClr val="980000"/>
                </a:solidFill>
              </a:rPr>
              <a:t>isdigit()</a:t>
            </a:r>
            <a:r>
              <a:rPr lang="en-US" sz="1800"/>
              <a:t>)  -&gt; Returns True if all characters in the string are digits</a:t>
            </a:r>
            <a:endParaRPr sz="1800"/>
          </a:p>
          <a:p>
            <a:pPr marL="457200" lvl="0" indent="-342900" algn="l" rtl="0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SzPts val="1800"/>
              <a:buChar char="•"/>
            </a:pPr>
            <a:r>
              <a:rPr lang="en-US" sz="1800"/>
              <a:t>print(text.</a:t>
            </a:r>
            <a:r>
              <a:rPr lang="en-US" sz="1800">
                <a:solidFill>
                  <a:srgbClr val="980000"/>
                </a:solidFill>
              </a:rPr>
              <a:t>isnumeric()</a:t>
            </a:r>
            <a:r>
              <a:rPr lang="en-US" sz="1800"/>
              <a:t>)  -&gt; Returns True if all characters in the string are numeric</a:t>
            </a:r>
            <a:endParaRPr sz="1800"/>
          </a:p>
          <a:p>
            <a:pPr marL="0" lvl="0" indent="0" algn="just" rtl="0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00"/>
          </a:p>
          <a:p>
            <a:pPr marL="0" lvl="0" indent="0" algn="l" rtl="0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00"/>
          </a:p>
          <a:p>
            <a:pPr marL="0" lvl="0" indent="0" algn="l" rtl="0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00"/>
          </a:p>
          <a:p>
            <a:pPr marL="0" lvl="0" indent="0" algn="l" rtl="0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00"/>
          </a:p>
          <a:p>
            <a:pPr marL="0" lvl="0" indent="0" algn="l" rtl="0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/>
              <a:t>https://www.w3schools.com/python/python_ref_string.asp</a:t>
            </a:r>
            <a:endParaRPr sz="1800"/>
          </a:p>
          <a:p>
            <a:pPr marL="457200" lvl="0" indent="0" algn="l" rtl="0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00"/>
          </a:p>
          <a:p>
            <a:pPr marL="457200" marR="0" lvl="0" indent="0" algn="l" rtl="0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00"/>
          </a:p>
          <a:p>
            <a:pPr marL="22860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/>
          </a:p>
          <a:p>
            <a:pPr marL="457200" lvl="0" indent="-304800" algn="l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endParaRPr sz="1800"/>
          </a:p>
          <a:p>
            <a:pPr marL="457200" lvl="0" indent="-304800" algn="l" rtl="0">
              <a:lnSpc>
                <a:spcPct val="90000"/>
              </a:lnSpc>
              <a:spcBef>
                <a:spcPts val="600"/>
              </a:spcBef>
              <a:spcAft>
                <a:spcPts val="600"/>
              </a:spcAft>
              <a:buClr>
                <a:schemeClr val="dk1"/>
              </a:buClr>
              <a:buSzPts val="2400"/>
              <a:buNone/>
            </a:pPr>
            <a:endParaRPr sz="1800"/>
          </a:p>
        </p:txBody>
      </p:sp>
      <p:sp>
        <p:nvSpPr>
          <p:cNvPr id="285" name="Google Shape;285;g3847426b1ca_0_126"/>
          <p:cNvSpPr txBox="1">
            <a:spLocks noGrp="1"/>
          </p:cNvSpPr>
          <p:nvPr>
            <p:ph type="title"/>
          </p:nvPr>
        </p:nvSpPr>
        <p:spPr>
          <a:xfrm>
            <a:off x="905275" y="181003"/>
            <a:ext cx="10036500" cy="48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3200">
                <a:latin typeface="Calibri"/>
                <a:ea typeface="Calibri"/>
                <a:cs typeface="Calibri"/>
                <a:sym typeface="Calibri"/>
              </a:rPr>
              <a:t>String Methods</a:t>
            </a:r>
            <a:endParaRPr sz="3200">
              <a:solidFill>
                <a:srgbClr val="98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6" name="Google Shape;286;g3847426b1ca_0_126"/>
          <p:cNvSpPr txBox="1">
            <a:spLocks noGrp="1"/>
          </p:cNvSpPr>
          <p:nvPr>
            <p:ph type="body" idx="3"/>
          </p:nvPr>
        </p:nvSpPr>
        <p:spPr>
          <a:xfrm>
            <a:off x="838201" y="6341397"/>
            <a:ext cx="3101400" cy="374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767676"/>
              </a:buClr>
              <a:buSzPts val="1200"/>
              <a:buNone/>
            </a:pPr>
            <a:r>
              <a:rPr lang="en-US"/>
              <a:t>Computing Department</a:t>
            </a:r>
            <a:endParaRPr/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767676"/>
              </a:buClr>
              <a:buSzPts val="1200"/>
              <a:buNone/>
            </a:pPr>
            <a:endParaRPr/>
          </a:p>
        </p:txBody>
      </p:sp>
      <p:sp>
        <p:nvSpPr>
          <p:cNvPr id="287" name="Google Shape;287;g3847426b1ca_0_126"/>
          <p:cNvSpPr txBox="1">
            <a:spLocks noGrp="1"/>
          </p:cNvSpPr>
          <p:nvPr>
            <p:ph type="sldNum" idx="12"/>
          </p:nvPr>
        </p:nvSpPr>
        <p:spPr>
          <a:xfrm>
            <a:off x="9318522" y="6356350"/>
            <a:ext cx="2035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16</a:t>
            </a:fld>
            <a:endParaRPr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2" name="Google Shape;292;g3847426b1ca_0_137"/>
          <p:cNvSpPr txBox="1">
            <a:spLocks noGrp="1"/>
          </p:cNvSpPr>
          <p:nvPr>
            <p:ph type="body" idx="1"/>
          </p:nvPr>
        </p:nvSpPr>
        <p:spPr>
          <a:xfrm>
            <a:off x="1006475" y="1036525"/>
            <a:ext cx="3101400" cy="463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/>
              <a:t>word = "Python"</a:t>
            </a:r>
            <a:endParaRPr sz="1800"/>
          </a:p>
          <a:p>
            <a:pPr marL="0" lvl="0" indent="0" algn="l" rtl="0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1800"/>
          </a:p>
          <a:p>
            <a:pPr marL="0" lvl="0" indent="0" algn="l" rtl="0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800"/>
              <a:t>print(word[</a:t>
            </a:r>
            <a:r>
              <a:rPr lang="en-US" sz="1800">
                <a:solidFill>
                  <a:srgbClr val="980000"/>
                </a:solidFill>
              </a:rPr>
              <a:t>0:2</a:t>
            </a:r>
            <a:r>
              <a:rPr lang="en-US" sz="1800"/>
              <a:t>]) -&gt; Py</a:t>
            </a:r>
            <a:endParaRPr sz="1800"/>
          </a:p>
          <a:p>
            <a:pPr marL="0" lvl="0" indent="0" algn="l" rtl="0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/>
              <a:t>print(word[</a:t>
            </a:r>
            <a:r>
              <a:rPr lang="en-US" sz="1800">
                <a:solidFill>
                  <a:srgbClr val="980000"/>
                </a:solidFill>
              </a:rPr>
              <a:t>:2</a:t>
            </a:r>
            <a:r>
              <a:rPr lang="en-US" sz="1800"/>
              <a:t>])  -&gt; Py</a:t>
            </a:r>
            <a:endParaRPr sz="1800"/>
          </a:p>
          <a:p>
            <a:pPr marL="0" lvl="0" indent="0" algn="l" rtl="0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/>
              <a:t>print(word[</a:t>
            </a:r>
            <a:r>
              <a:rPr lang="en-US" sz="1800">
                <a:solidFill>
                  <a:srgbClr val="980000"/>
                </a:solidFill>
              </a:rPr>
              <a:t>2:</a:t>
            </a:r>
            <a:r>
              <a:rPr lang="en-US" sz="1800"/>
              <a:t>])  -&gt; thon</a:t>
            </a:r>
            <a:endParaRPr sz="1800"/>
          </a:p>
          <a:p>
            <a:pPr marL="0" lvl="0" indent="0" algn="l" rtl="0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/>
              <a:t>print(word[</a:t>
            </a:r>
            <a:r>
              <a:rPr lang="en-US" sz="1800">
                <a:solidFill>
                  <a:srgbClr val="980000"/>
                </a:solidFill>
              </a:rPr>
              <a:t>2:6</a:t>
            </a:r>
            <a:r>
              <a:rPr lang="en-US" sz="1800"/>
              <a:t>]) -&gt; thon</a:t>
            </a:r>
            <a:endParaRPr sz="1800"/>
          </a:p>
          <a:p>
            <a:pPr marL="0" lvl="0" indent="0" algn="l" rtl="0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/>
              <a:t>print(word[</a:t>
            </a:r>
            <a:r>
              <a:rPr lang="en-US" sz="1800">
                <a:solidFill>
                  <a:srgbClr val="980000"/>
                </a:solidFill>
              </a:rPr>
              <a:t>0</a:t>
            </a:r>
            <a:r>
              <a:rPr lang="en-US" sz="1800"/>
              <a:t>])   -&gt;  P</a:t>
            </a:r>
            <a:endParaRPr sz="1800"/>
          </a:p>
          <a:p>
            <a:pPr marL="0" lvl="0" indent="0" algn="l" rtl="0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/>
              <a:t>print(word[</a:t>
            </a:r>
            <a:r>
              <a:rPr lang="en-US" sz="1800">
                <a:solidFill>
                  <a:srgbClr val="980000"/>
                </a:solidFill>
              </a:rPr>
              <a:t>::2</a:t>
            </a:r>
            <a:r>
              <a:rPr lang="en-US" sz="1800"/>
              <a:t>])   -&gt;  pto</a:t>
            </a:r>
            <a:endParaRPr sz="1800"/>
          </a:p>
          <a:p>
            <a:pPr marL="0" lvl="0" indent="0" algn="l" rtl="0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/>
              <a:t>print(word[</a:t>
            </a:r>
            <a:r>
              <a:rPr lang="en-US" sz="1800">
                <a:solidFill>
                  <a:srgbClr val="980000"/>
                </a:solidFill>
              </a:rPr>
              <a:t>1::2</a:t>
            </a:r>
            <a:r>
              <a:rPr lang="en-US" sz="1800"/>
              <a:t>])  -&gt; yhn</a:t>
            </a:r>
            <a:endParaRPr sz="1800"/>
          </a:p>
          <a:p>
            <a:pPr marL="0" lvl="0" indent="0" algn="l" rtl="0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00"/>
          </a:p>
          <a:p>
            <a:pPr marL="0" lvl="0" indent="0" algn="l" rtl="0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000000"/>
                </a:solidFill>
              </a:rPr>
              <a:t>print(word</a:t>
            </a:r>
            <a:r>
              <a:rPr lang="en-US" sz="1800">
                <a:solidFill>
                  <a:srgbClr val="980000"/>
                </a:solidFill>
              </a:rPr>
              <a:t>[::-1])</a:t>
            </a:r>
            <a:r>
              <a:rPr lang="en-US" sz="1800">
                <a:solidFill>
                  <a:srgbClr val="000000"/>
                </a:solidFill>
              </a:rPr>
              <a:t> </a:t>
            </a:r>
            <a:r>
              <a:rPr lang="en-US" sz="1800">
                <a:solidFill>
                  <a:srgbClr val="980000"/>
                </a:solidFill>
              </a:rPr>
              <a:t> → ?</a:t>
            </a:r>
            <a:endParaRPr sz="1050">
              <a:solidFill>
                <a:srgbClr val="D4D4D4"/>
              </a:solidFill>
              <a:highlight>
                <a:srgbClr val="1E1E1E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00"/>
          </a:p>
          <a:p>
            <a:pPr marL="0" lvl="0" indent="0" algn="l" rtl="0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00"/>
          </a:p>
          <a:p>
            <a:pPr marL="0" lvl="0" indent="0" algn="l" rtl="0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00"/>
          </a:p>
          <a:p>
            <a:pPr marL="0" lvl="0" indent="0" algn="l" rtl="0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00"/>
          </a:p>
          <a:p>
            <a:pPr marL="0" lvl="0" indent="0" algn="l" rtl="0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00"/>
          </a:p>
          <a:p>
            <a:pPr marL="0" lvl="0" indent="0" algn="l" rtl="0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1800"/>
          </a:p>
          <a:p>
            <a:pPr marL="0" lvl="0" indent="0" algn="l" rtl="0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00"/>
          </a:p>
          <a:p>
            <a:pPr marL="0" lvl="0" indent="0" algn="l" rtl="0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00"/>
          </a:p>
          <a:p>
            <a:pPr marL="0" lvl="0" indent="0" algn="l" rtl="0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00"/>
          </a:p>
          <a:p>
            <a:pPr marL="0" lvl="0" indent="0" algn="l" rtl="0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00"/>
          </a:p>
          <a:p>
            <a:pPr marL="0" lvl="0" indent="0" algn="l" rtl="0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00"/>
          </a:p>
          <a:p>
            <a:pPr marL="457200" lvl="0" indent="0" algn="l" rtl="0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00"/>
          </a:p>
          <a:p>
            <a:pPr marL="457200" marR="0" lvl="0" indent="0" algn="l" rtl="0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00"/>
          </a:p>
          <a:p>
            <a:pPr marL="22860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/>
          </a:p>
          <a:p>
            <a:pPr marL="457200" lvl="0" indent="-304800" algn="l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endParaRPr sz="1800"/>
          </a:p>
          <a:p>
            <a:pPr marL="457200" lvl="0" indent="-304800" algn="l" rtl="0">
              <a:lnSpc>
                <a:spcPct val="90000"/>
              </a:lnSpc>
              <a:spcBef>
                <a:spcPts val="600"/>
              </a:spcBef>
              <a:spcAft>
                <a:spcPts val="600"/>
              </a:spcAft>
              <a:buClr>
                <a:schemeClr val="dk1"/>
              </a:buClr>
              <a:buSzPts val="2400"/>
              <a:buNone/>
            </a:pPr>
            <a:endParaRPr sz="1800"/>
          </a:p>
        </p:txBody>
      </p:sp>
      <p:sp>
        <p:nvSpPr>
          <p:cNvPr id="293" name="Google Shape;293;g3847426b1ca_0_137"/>
          <p:cNvSpPr txBox="1">
            <a:spLocks noGrp="1"/>
          </p:cNvSpPr>
          <p:nvPr>
            <p:ph type="title"/>
          </p:nvPr>
        </p:nvSpPr>
        <p:spPr>
          <a:xfrm>
            <a:off x="905275" y="181003"/>
            <a:ext cx="10036500" cy="48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Font typeface="Calibri"/>
              <a:buNone/>
            </a:pPr>
            <a:r>
              <a:rPr lang="en-US" sz="3200">
                <a:latin typeface="Calibri"/>
                <a:ea typeface="Calibri"/>
                <a:cs typeface="Calibri"/>
                <a:sym typeface="Calibri"/>
              </a:rPr>
              <a:t>Indexing and Slicing operations</a:t>
            </a:r>
            <a:endParaRPr sz="32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4" name="Google Shape;294;g3847426b1ca_0_137"/>
          <p:cNvSpPr txBox="1">
            <a:spLocks noGrp="1"/>
          </p:cNvSpPr>
          <p:nvPr>
            <p:ph type="body" idx="3"/>
          </p:nvPr>
        </p:nvSpPr>
        <p:spPr>
          <a:xfrm>
            <a:off x="838201" y="6341397"/>
            <a:ext cx="3101400" cy="374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767676"/>
              </a:buClr>
              <a:buSzPts val="1200"/>
              <a:buNone/>
            </a:pPr>
            <a:r>
              <a:rPr lang="en-US"/>
              <a:t>Computing Department</a:t>
            </a:r>
            <a:endParaRPr/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767676"/>
              </a:buClr>
              <a:buSzPts val="1200"/>
              <a:buNone/>
            </a:pPr>
            <a:endParaRPr/>
          </a:p>
        </p:txBody>
      </p:sp>
      <p:sp>
        <p:nvSpPr>
          <p:cNvPr id="295" name="Google Shape;295;g3847426b1ca_0_137"/>
          <p:cNvSpPr txBox="1">
            <a:spLocks noGrp="1"/>
          </p:cNvSpPr>
          <p:nvPr>
            <p:ph type="sldNum" idx="12"/>
          </p:nvPr>
        </p:nvSpPr>
        <p:spPr>
          <a:xfrm>
            <a:off x="9318522" y="6356350"/>
            <a:ext cx="2035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17</a:t>
            </a:fld>
            <a:endParaRPr/>
          </a:p>
        </p:txBody>
      </p:sp>
      <p:sp>
        <p:nvSpPr>
          <p:cNvPr id="296" name="Google Shape;296;g3847426b1ca_0_137"/>
          <p:cNvSpPr txBox="1">
            <a:spLocks noGrp="1"/>
          </p:cNvSpPr>
          <p:nvPr>
            <p:ph type="body" idx="1"/>
          </p:nvPr>
        </p:nvSpPr>
        <p:spPr>
          <a:xfrm>
            <a:off x="5721450" y="2425125"/>
            <a:ext cx="3990586" cy="972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dirty="0">
                <a:solidFill>
                  <a:srgbClr val="980000"/>
                </a:solidFill>
              </a:rPr>
              <a:t>for char in range(</a:t>
            </a:r>
            <a:r>
              <a:rPr lang="en-US" sz="1800" dirty="0" err="1">
                <a:solidFill>
                  <a:srgbClr val="980000"/>
                </a:solidFill>
              </a:rPr>
              <a:t>len</a:t>
            </a:r>
            <a:r>
              <a:rPr lang="en-US" sz="1800" dirty="0">
                <a:solidFill>
                  <a:srgbClr val="980000"/>
                </a:solidFill>
              </a:rPr>
              <a:t>(word)):</a:t>
            </a:r>
            <a:endParaRPr sz="1800" dirty="0">
              <a:solidFill>
                <a:srgbClr val="980000"/>
              </a:solidFill>
            </a:endParaRPr>
          </a:p>
          <a:p>
            <a:pPr marL="0" lvl="0" indent="0" algn="l" rtl="0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dirty="0">
                <a:solidFill>
                  <a:srgbClr val="980000"/>
                </a:solidFill>
              </a:rPr>
              <a:t>       print(</a:t>
            </a:r>
            <a:r>
              <a:rPr lang="en-US" sz="1800" dirty="0" err="1">
                <a:solidFill>
                  <a:srgbClr val="980000"/>
                </a:solidFill>
              </a:rPr>
              <a:t>char,word</a:t>
            </a:r>
            <a:r>
              <a:rPr lang="en-US" sz="1800" dirty="0">
                <a:solidFill>
                  <a:srgbClr val="980000"/>
                </a:solidFill>
              </a:rPr>
              <a:t>[char])</a:t>
            </a:r>
            <a:endParaRPr sz="1800" dirty="0">
              <a:solidFill>
                <a:srgbClr val="980000"/>
              </a:solidFill>
            </a:endParaRPr>
          </a:p>
          <a:p>
            <a:pPr marL="0" lvl="0" indent="0" algn="l" rtl="0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00" dirty="0"/>
          </a:p>
          <a:p>
            <a:pPr marL="0" lvl="0" indent="0" algn="l" rtl="0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00" dirty="0"/>
          </a:p>
          <a:p>
            <a:pPr marL="0" lvl="0" indent="0" algn="l" rtl="0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00" dirty="0"/>
          </a:p>
          <a:p>
            <a:pPr marL="0" lvl="0" indent="0" algn="l" rtl="0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00" dirty="0"/>
          </a:p>
          <a:p>
            <a:pPr marL="0" lvl="0" indent="0" algn="l" rtl="0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00" dirty="0"/>
          </a:p>
          <a:p>
            <a:pPr marL="0" lvl="0" indent="0" algn="l" rtl="0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00" dirty="0"/>
          </a:p>
          <a:p>
            <a:pPr marL="0" lvl="0" indent="0" algn="l" rtl="0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1800" dirty="0"/>
          </a:p>
          <a:p>
            <a:pPr marL="0" lvl="0" indent="0" algn="l" rtl="0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00" dirty="0"/>
          </a:p>
          <a:p>
            <a:pPr marL="0" lvl="0" indent="0" algn="l" rtl="0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00" dirty="0"/>
          </a:p>
          <a:p>
            <a:pPr marL="0" lvl="0" indent="0" algn="l" rtl="0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00" dirty="0"/>
          </a:p>
          <a:p>
            <a:pPr marL="0" lvl="0" indent="0" algn="l" rtl="0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00" dirty="0"/>
          </a:p>
          <a:p>
            <a:pPr marL="0" lvl="0" indent="0" algn="l" rtl="0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00" dirty="0"/>
          </a:p>
          <a:p>
            <a:pPr marL="457200" lvl="0" indent="0" algn="l" rtl="0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00" dirty="0"/>
          </a:p>
          <a:p>
            <a:pPr marL="457200" marR="0" lvl="0" indent="0" algn="l" rtl="0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00" dirty="0"/>
          </a:p>
          <a:p>
            <a:pPr marL="22860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 dirty="0"/>
          </a:p>
          <a:p>
            <a:pPr marL="457200" lvl="0" indent="-304800" algn="l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endParaRPr sz="1800" dirty="0"/>
          </a:p>
          <a:p>
            <a:pPr marL="457200" lvl="0" indent="-304800" algn="l" rtl="0">
              <a:lnSpc>
                <a:spcPct val="90000"/>
              </a:lnSpc>
              <a:spcBef>
                <a:spcPts val="600"/>
              </a:spcBef>
              <a:spcAft>
                <a:spcPts val="600"/>
              </a:spcAft>
              <a:buClr>
                <a:schemeClr val="dk1"/>
              </a:buClr>
              <a:buSzPts val="2400"/>
              <a:buNone/>
            </a:pPr>
            <a:endParaRPr sz="18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1" name="Google Shape;301;p18"/>
          <p:cNvSpPr txBox="1">
            <a:spLocks noGrp="1"/>
          </p:cNvSpPr>
          <p:nvPr>
            <p:ph type="body" idx="1"/>
          </p:nvPr>
        </p:nvSpPr>
        <p:spPr>
          <a:xfrm>
            <a:off x="838201" y="6341397"/>
            <a:ext cx="3101410" cy="3746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</a:pPr>
            <a:r>
              <a:rPr lang="en-US"/>
              <a:t>Computing Department</a:t>
            </a:r>
            <a:endParaRPr/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</a:pPr>
            <a:endParaRPr/>
          </a:p>
        </p:txBody>
      </p:sp>
      <p:sp>
        <p:nvSpPr>
          <p:cNvPr id="302" name="Google Shape;302;p18"/>
          <p:cNvSpPr txBox="1">
            <a:spLocks noGrp="1"/>
          </p:cNvSpPr>
          <p:nvPr>
            <p:ph type="sldNum" idx="12"/>
          </p:nvPr>
        </p:nvSpPr>
        <p:spPr>
          <a:xfrm>
            <a:off x="9318522" y="6356350"/>
            <a:ext cx="2035278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18</a:t>
            </a:fld>
            <a:endParaRPr/>
          </a:p>
        </p:txBody>
      </p:sp>
      <p:sp>
        <p:nvSpPr>
          <p:cNvPr id="303" name="Google Shape;303;p18"/>
          <p:cNvSpPr txBox="1">
            <a:spLocks noGrp="1"/>
          </p:cNvSpPr>
          <p:nvPr>
            <p:ph type="ctrTitle"/>
          </p:nvPr>
        </p:nvSpPr>
        <p:spPr>
          <a:xfrm>
            <a:off x="838201" y="2528374"/>
            <a:ext cx="10515599" cy="238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6000"/>
              <a:buFont typeface="Arial"/>
              <a:buNone/>
            </a:pPr>
            <a:endParaRPr/>
          </a:p>
        </p:txBody>
      </p:sp>
      <p:sp>
        <p:nvSpPr>
          <p:cNvPr id="304" name="Google Shape;304;p18"/>
          <p:cNvSpPr txBox="1">
            <a:spLocks noGrp="1"/>
          </p:cNvSpPr>
          <p:nvPr>
            <p:ph type="subTitle" idx="2"/>
          </p:nvPr>
        </p:nvSpPr>
        <p:spPr>
          <a:xfrm>
            <a:off x="838201" y="5008049"/>
            <a:ext cx="10515599" cy="1655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endParaRPr/>
          </a:p>
        </p:txBody>
      </p:sp>
      <p:sp>
        <p:nvSpPr>
          <p:cNvPr id="305" name="Google Shape;305;p18"/>
          <p:cNvSpPr/>
          <p:nvPr/>
        </p:nvSpPr>
        <p:spPr>
          <a:xfrm>
            <a:off x="0" y="-184666"/>
            <a:ext cx="264816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306" name="Google Shape;306;p18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284476" cy="6858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Тема Office">
  <a:themeElements>
    <a:clrScheme name="Другая 16">
      <a:dk1>
        <a:srgbClr val="000000"/>
      </a:dk1>
      <a:lt1>
        <a:srgbClr val="FFFFFF"/>
      </a:lt1>
      <a:dk2>
        <a:srgbClr val="07428C"/>
      </a:dk2>
      <a:lt2>
        <a:srgbClr val="EDEDED"/>
      </a:lt2>
      <a:accent1>
        <a:srgbClr val="7CB4E2"/>
      </a:accent1>
      <a:accent2>
        <a:srgbClr val="358A7C"/>
      </a:accent2>
      <a:accent3>
        <a:srgbClr val="35A8E0"/>
      </a:accent3>
      <a:accent4>
        <a:srgbClr val="26693A"/>
      </a:accent4>
      <a:accent5>
        <a:srgbClr val="F6AC10"/>
      </a:accent5>
      <a:accent6>
        <a:srgbClr val="B7283C"/>
      </a:accent6>
      <a:hlink>
        <a:srgbClr val="358A7C"/>
      </a:hlink>
      <a:folHlink>
        <a:srgbClr val="B7283C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Тема Office">
  <a:themeElements>
    <a:clrScheme name="Другая 13">
      <a:dk1>
        <a:srgbClr val="000000"/>
      </a:dk1>
      <a:lt1>
        <a:srgbClr val="FFFFFF"/>
      </a:lt1>
      <a:dk2>
        <a:srgbClr val="264C94"/>
      </a:dk2>
      <a:lt2>
        <a:srgbClr val="35A8E0"/>
      </a:lt2>
      <a:accent1>
        <a:srgbClr val="7CB4E2"/>
      </a:accent1>
      <a:accent2>
        <a:srgbClr val="358A7C"/>
      </a:accent2>
      <a:accent3>
        <a:srgbClr val="A5A5A5"/>
      </a:accent3>
      <a:accent4>
        <a:srgbClr val="26693A"/>
      </a:accent4>
      <a:accent5>
        <a:srgbClr val="F6AC10"/>
      </a:accent5>
      <a:accent6>
        <a:srgbClr val="B7283C"/>
      </a:accent6>
      <a:hlink>
        <a:srgbClr val="358A7C"/>
      </a:hlink>
      <a:folHlink>
        <a:srgbClr val="B7283C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226</TotalTime>
  <Words>911</Words>
  <Application>Microsoft Office PowerPoint</Application>
  <PresentationFormat>Widescreen</PresentationFormat>
  <Paragraphs>256</Paragraphs>
  <Slides>18</Slides>
  <Notes>18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2" baseType="lpstr">
      <vt:lpstr>Arial</vt:lpstr>
      <vt:lpstr>Calibri</vt:lpstr>
      <vt:lpstr>Consolas</vt:lpstr>
      <vt:lpstr>Тема Office</vt:lpstr>
      <vt:lpstr>Fundamentals of programming:  Seminar 3 </vt:lpstr>
      <vt:lpstr>Quick Recap</vt:lpstr>
      <vt:lpstr>Strings in Python </vt:lpstr>
      <vt:lpstr>String Operations</vt:lpstr>
      <vt:lpstr>Concatenation</vt:lpstr>
      <vt:lpstr>PowerPoint Presentation</vt:lpstr>
      <vt:lpstr>Escape Sequences</vt:lpstr>
      <vt:lpstr>Using the escape sequences print the following</vt:lpstr>
      <vt:lpstr>Using the escapes sequences print the following</vt:lpstr>
      <vt:lpstr>What is  the difference?</vt:lpstr>
      <vt:lpstr>Individual task</vt:lpstr>
      <vt:lpstr>Individual task</vt:lpstr>
      <vt:lpstr>String Methods</vt:lpstr>
      <vt:lpstr>Individual task</vt:lpstr>
      <vt:lpstr>String Methods</vt:lpstr>
      <vt:lpstr>String Methods</vt:lpstr>
      <vt:lpstr>Indexing and Slicing operations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User</dc:creator>
  <cp:lastModifiedBy>Diyora Sayfutdinova</cp:lastModifiedBy>
  <cp:revision>5</cp:revision>
  <dcterms:created xsi:type="dcterms:W3CDTF">2022-06-28T05:50:22Z</dcterms:created>
  <dcterms:modified xsi:type="dcterms:W3CDTF">2025-09-29T09:10:25Z</dcterms:modified>
</cp:coreProperties>
</file>