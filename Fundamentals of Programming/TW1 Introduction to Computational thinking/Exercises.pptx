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513" r:id="rId2"/>
    <p:sldId id="516" r:id="rId3"/>
    <p:sldId id="514" r:id="rId4"/>
    <p:sldId id="515" r:id="rId5"/>
    <p:sldId id="517" r:id="rId6"/>
    <p:sldId id="518" r:id="rId7"/>
    <p:sldId id="51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khongir Karimov" initials="JK" lastIdx="1" clrIdx="0">
    <p:extLst>
      <p:ext uri="{19B8F6BF-5375-455C-9EA6-DF929625EA0E}">
        <p15:presenceInfo xmlns:p15="http://schemas.microsoft.com/office/powerpoint/2012/main" userId="S::jkarimov@wiut.uz::02680dfc-5e3d-42af-903d-045ba31a3c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8A7C"/>
    <a:srgbClr val="EC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16" autoAdjust="0"/>
    <p:restoredTop sz="94660"/>
  </p:normalViewPr>
  <p:slideViewPr>
    <p:cSldViewPr snapToGrid="0">
      <p:cViewPr varScale="1">
        <p:scale>
          <a:sx n="66" d="100"/>
          <a:sy n="66" d="100"/>
        </p:scale>
        <p:origin x="570" y="66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17.09.2025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29A5-B7C1-D672-EC5C-582F5EF3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600FB56-7834-B310-2ED9-2F918E3E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31"/>
            <a:ext cx="11191240" cy="857400"/>
          </a:xfrm>
        </p:spPr>
        <p:txBody>
          <a:bodyPr/>
          <a:lstStyle/>
          <a:p>
            <a:r>
              <a:rPr lang="en-US" spc="-40" dirty="0">
                <a:latin typeface="Calibri Light"/>
                <a:cs typeface="Calibri Light"/>
              </a:rPr>
              <a:t>Exercises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E392D6-2005-261C-135C-7502BDB4D5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9F4F38-F5E4-78F9-AC70-3D2FF255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F3E6C8-785B-7430-68C1-89F9866C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D1453B-6896-6FAA-C30E-F9EF4C7C3FD6}"/>
              </a:ext>
            </a:extLst>
          </p:cNvPr>
          <p:cNvSpPr txBox="1"/>
          <p:nvPr/>
        </p:nvSpPr>
        <p:spPr>
          <a:xfrm>
            <a:off x="713881" y="1224034"/>
            <a:ext cx="1110408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Exercise 1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Add two numbers</a:t>
            </a:r>
          </a:p>
          <a:p>
            <a:pPr marL="742950" lvl="1" indent="-285750">
              <a:buFontTx/>
              <a:buChar char="-"/>
            </a:pPr>
            <a:r>
              <a:rPr lang="en-US" b="1" dirty="0"/>
              <a:t>a)</a:t>
            </a:r>
          </a:p>
          <a:p>
            <a:pPr lvl="2"/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first number: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lvl="2"/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second number: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lvl="2"/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f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“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US">
                <a:solidFill>
                  <a:srgbClr val="D4D4D4"/>
                </a:solidFill>
                <a:latin typeface="Consolas" panose="020B0609020204030204" pitchFamily="49" charset="0"/>
              </a:rPr>
              <a:t> +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2"/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"Result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lvl="2"/>
            <a:r>
              <a:rPr lang="en-US" b="0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 What is different?</a:t>
            </a:r>
          </a:p>
          <a:p>
            <a:pPr lvl="2"/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first number: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second number: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2"/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"Result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742950" lvl="1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37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29A5-B7C1-D672-EC5C-582F5EF3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600FB56-7834-B310-2ED9-2F918E3E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31"/>
            <a:ext cx="11191240" cy="857400"/>
          </a:xfrm>
        </p:spPr>
        <p:txBody>
          <a:bodyPr/>
          <a:lstStyle/>
          <a:p>
            <a:r>
              <a:rPr lang="en-US" spc="-40" dirty="0">
                <a:latin typeface="Calibri Light"/>
                <a:cs typeface="Calibri Light"/>
              </a:rPr>
              <a:t>Exercises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E392D6-2005-261C-135C-7502BDB4D5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9F4F38-F5E4-78F9-AC70-3D2FF255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F3E6C8-785B-7430-68C1-89F9866C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D1453B-6896-6FAA-C30E-F9EF4C7C3FD6}"/>
              </a:ext>
            </a:extLst>
          </p:cNvPr>
          <p:cNvSpPr txBox="1"/>
          <p:nvPr/>
        </p:nvSpPr>
        <p:spPr>
          <a:xfrm>
            <a:off x="713881" y="1224034"/>
            <a:ext cx="111040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Exercise 1 </a:t>
            </a:r>
          </a:p>
          <a:p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b="1" dirty="0"/>
              <a:t>b)</a:t>
            </a:r>
          </a:p>
          <a:p>
            <a:r>
              <a:rPr lang="ru-RU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sum_numbers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		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sum_numbers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18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Exercise 2</a:t>
            </a:r>
            <a:endParaRPr lang="en-US" dirty="0">
              <a:effectLst/>
            </a:endParaRPr>
          </a:p>
          <a:p>
            <a:r>
              <a:rPr lang="en-US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your name: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let’s start exercises!"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53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0E033-FB88-1341-2941-E3D1CC04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D77A606-1735-B2C9-D162-39604F39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15" y="184666"/>
            <a:ext cx="11191240" cy="622071"/>
          </a:xfrm>
        </p:spPr>
        <p:txBody>
          <a:bodyPr/>
          <a:lstStyle/>
          <a:p>
            <a:r>
              <a:rPr lang="en-US" spc="-40" dirty="0">
                <a:latin typeface="Calibri Light"/>
                <a:cs typeface="Calibri Light"/>
              </a:rPr>
              <a:t>Exercises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3577DA9-71B6-645D-97DC-B5900C4785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142D57-F679-A809-DF97-537B2DFC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DCC47-61EA-7412-42CF-EC63B7203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77F26D-CFEA-31CB-98E6-6C1287D0106B}"/>
              </a:ext>
            </a:extLst>
          </p:cNvPr>
          <p:cNvSpPr txBox="1"/>
          <p:nvPr/>
        </p:nvSpPr>
        <p:spPr>
          <a:xfrm>
            <a:off x="717015" y="870536"/>
            <a:ext cx="1110408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Exercise 3 </a:t>
            </a:r>
          </a:p>
          <a:p>
            <a:endParaRPr lang="en-US" b="1" u="sng" dirty="0"/>
          </a:p>
          <a:p>
            <a:r>
              <a:rPr lang="en-US" b="1" dirty="0"/>
              <a:t> - Repeat a Word</a:t>
            </a:r>
          </a:p>
          <a:p>
            <a:r>
              <a:rPr lang="en-US" dirty="0"/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a word: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times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"How many times should it repeat?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dirty="0"/>
              <a:t>	</a:t>
            </a:r>
          </a:p>
          <a:p>
            <a:r>
              <a:rPr lang="en-US" b="1" dirty="0"/>
              <a:t>Exercise 4</a:t>
            </a:r>
          </a:p>
          <a:p>
            <a:r>
              <a:rPr lang="en-US" dirty="0"/>
              <a:t> </a:t>
            </a:r>
            <a:r>
              <a:rPr lang="en-US" b="1" dirty="0"/>
              <a:t>- Concatenate Three Words</a:t>
            </a:r>
          </a:p>
          <a:p>
            <a:endParaRPr lang="en-US" b="1" dirty="0"/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midName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"Combined sentence:"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	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kern="120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firstName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kern="120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kern="120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midName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4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F901-00C7-66FE-9218-BB29B14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39FAC73-1262-3A6C-6D27-727E6B0C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31"/>
            <a:ext cx="11191240" cy="857400"/>
          </a:xfrm>
        </p:spPr>
        <p:txBody>
          <a:bodyPr/>
          <a:lstStyle/>
          <a:p>
            <a:r>
              <a:rPr lang="en-US" sz="2400" b="1" dirty="0"/>
              <a:t>Independent work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2B0301-7BCD-9A5D-7FDE-8A6829C68D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75ABCC-C8CC-5195-4A5A-D6AE6958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F85D3-2D4D-A548-9E7F-F2400138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36F99-8334-B39B-4CFB-64EE77D50960}"/>
              </a:ext>
            </a:extLst>
          </p:cNvPr>
          <p:cNvSpPr txBox="1"/>
          <p:nvPr/>
        </p:nvSpPr>
        <p:spPr>
          <a:xfrm>
            <a:off x="162560" y="1331931"/>
            <a:ext cx="116585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Ask user’s name -&gt; user’s favorite pizza -&gt; the size of the pizza to order -&gt; any drinks to add -&gt; print [user’s name], you ordered a [size] pizza and a [drink]. Enjoy your meal!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01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F901-00C7-66FE-9218-BB29B14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39FAC73-1262-3A6C-6D27-727E6B0C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31"/>
            <a:ext cx="11191240" cy="857400"/>
          </a:xfrm>
        </p:spPr>
        <p:txBody>
          <a:bodyPr/>
          <a:lstStyle/>
          <a:p>
            <a:r>
              <a:rPr lang="en-US" spc="-40" dirty="0">
                <a:latin typeface="Calibri Light"/>
                <a:cs typeface="Calibri Light"/>
              </a:rPr>
              <a:t>Exercises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2B0301-7BCD-9A5D-7FDE-8A6829C68D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75ABCC-C8CC-5195-4A5A-D6AE6958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F85D3-2D4D-A548-9E7F-F2400138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36F99-8334-B39B-4CFB-64EE77D50960}"/>
              </a:ext>
            </a:extLst>
          </p:cNvPr>
          <p:cNvSpPr txBox="1"/>
          <p:nvPr/>
        </p:nvSpPr>
        <p:spPr>
          <a:xfrm>
            <a:off x="162560" y="1331931"/>
            <a:ext cx="116585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Independent work 1</a:t>
            </a:r>
          </a:p>
          <a:p>
            <a:endParaRPr lang="en-US" b="1" dirty="0"/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Ask user’s name -&gt; user’s favorite pizza -&gt; the size of the pizza to order -&gt; any drinks to add -&gt; print [user’s name], you ordered a [size] pizza and a [drink]. Enjoy your meal!</a:t>
            </a:r>
          </a:p>
          <a:p>
            <a:endParaRPr lang="en-US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1" kern="1200" spc="-4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What kind of Elements of CT did you use?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46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F901-00C7-66FE-9218-BB29B14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39FAC73-1262-3A6C-6D27-727E6B0C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31"/>
            <a:ext cx="11191240" cy="857400"/>
          </a:xfrm>
        </p:spPr>
        <p:txBody>
          <a:bodyPr/>
          <a:lstStyle/>
          <a:p>
            <a:r>
              <a:rPr lang="en-US" spc="-40" dirty="0">
                <a:latin typeface="Calibri Light"/>
                <a:cs typeface="Calibri Light"/>
              </a:rPr>
              <a:t>Exercises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2B0301-7BCD-9A5D-7FDE-8A6829C68D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75ABCC-C8CC-5195-4A5A-D6AE6958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F85D3-2D4D-A548-9E7F-F2400138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36F99-8334-B39B-4CFB-64EE77D50960}"/>
              </a:ext>
            </a:extLst>
          </p:cNvPr>
          <p:cNvSpPr txBox="1"/>
          <p:nvPr/>
        </p:nvSpPr>
        <p:spPr>
          <a:xfrm>
            <a:off x="162560" y="1331931"/>
            <a:ext cx="116585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200" spc="-4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What kind of Elements of CT did we use?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1. </a:t>
            </a:r>
            <a:r>
              <a:rPr lang="en-US" b="1" dirty="0"/>
              <a:t>Decomposition</a:t>
            </a:r>
            <a:r>
              <a:rPr lang="en-US" dirty="0"/>
              <a:t> - The big task = </a:t>
            </a:r>
            <a:r>
              <a:rPr lang="en-US" i="1" dirty="0"/>
              <a:t>“Create a pizza order program” - </a:t>
            </a:r>
            <a:r>
              <a:rPr lang="en-US" dirty="0"/>
              <a:t>We break it into smaller steps:</a:t>
            </a:r>
          </a:p>
          <a:p>
            <a:endParaRPr lang="en-US" dirty="0"/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en-US" b="1" dirty="0"/>
              <a:t>Abstraction</a:t>
            </a:r>
            <a:r>
              <a:rPr lang="en-US" dirty="0"/>
              <a:t>  - We don’t care about: How the pizza is really cooked, different brands of drinks -We only focus 	on the essential details: size, type, drink.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3.</a:t>
            </a:r>
            <a:r>
              <a:rPr lang="en-US" dirty="0"/>
              <a:t> </a:t>
            </a:r>
            <a:r>
              <a:rPr lang="en-US" b="1" dirty="0"/>
              <a:t>Pattern Recognition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dirty="0"/>
              <a:t>This program is basically the same “input → process → output” pattern</a:t>
            </a:r>
          </a:p>
          <a:p>
            <a:endParaRPr lang="en-US" dirty="0"/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en-US" b="1" dirty="0"/>
              <a:t>Algorithm Design </a:t>
            </a:r>
            <a:r>
              <a:rPr lang="en-US" dirty="0"/>
              <a:t>- step-by-step instructions to solve the problem: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1 </a:t>
            </a:r>
            <a:r>
              <a:rPr lang="en-US" dirty="0"/>
              <a:t>Ask the user for pizza type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2 </a:t>
            </a:r>
            <a:r>
              <a:rPr lang="en-US" dirty="0"/>
              <a:t>Ask the user for pizza size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3 </a:t>
            </a:r>
            <a:r>
              <a:rPr lang="en-US" dirty="0"/>
              <a:t> Ask for a drink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4 </a:t>
            </a:r>
            <a:r>
              <a:rPr lang="en-US" dirty="0"/>
              <a:t>Display the final order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9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5EA0-20AC-3B4E-920D-9DC71F775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19B70EAB-6C1A-C92D-4843-3F8C94D601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D606FE-63A0-1CAA-ECCD-A8A4B757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EBD9851-A069-4F90-85A7-C163D82D15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D93BBE5-2BDB-429F-B481-8260B5FDF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547217-B616-57EA-CD97-1BC7011C7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6F0DC4-EA60-F7BC-2EF1-A37B910B0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4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606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6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4679</TotalTime>
  <Words>525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Тема Office</vt:lpstr>
      <vt:lpstr>Exercises</vt:lpstr>
      <vt:lpstr>Exercises</vt:lpstr>
      <vt:lpstr>Exercises</vt:lpstr>
      <vt:lpstr>Independent work 1</vt:lpstr>
      <vt:lpstr>Exercises</vt:lpstr>
      <vt:lpstr>Exercises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Hamid Reza Shahbazkia</cp:lastModifiedBy>
  <cp:revision>230</cp:revision>
  <dcterms:created xsi:type="dcterms:W3CDTF">2022-06-28T05:50:22Z</dcterms:created>
  <dcterms:modified xsi:type="dcterms:W3CDTF">2025-09-17T11:18:48Z</dcterms:modified>
</cp:coreProperties>
</file>