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4FX0i15tvwmx5wY5RSenkz3Fm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5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bcd4cdc91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8bcd4cdc91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d28d47dfe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9d28d47dfe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28d47dfe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9d28d47dfe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d28d47df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9d28d47dfe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d28d47dfe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9d28d47dfe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d28d47dfe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9d28d47dfe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d28d47dfe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9d28d47dfe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ce5002320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6ce5002320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d28d47dfe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9d28d47dfe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dd86550e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9dd86550e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dd86550e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9dd86550e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dd86550e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9dd86550e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dd86550e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9dd86550e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d28d47dfe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9d28d47dfe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d28d47dfe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9d28d47dfe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ctrTitle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1"/>
          <p:cNvSpPr txBox="1"/>
          <p:nvPr>
            <p:ph idx="2" type="body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" name="Google Shape;2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1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accen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2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2" type="subTitle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3"/>
          <p:cNvSpPr txBox="1"/>
          <p:nvPr>
            <p:ph type="ctrTitle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" type="subTitle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" name="Google Shape;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429394"/>
            <a:ext cx="2402881" cy="19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dk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4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4"/>
          <p:cNvSpPr txBox="1"/>
          <p:nvPr>
            <p:ph idx="1" type="subTitle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>
            <p:ph type="ctrTitle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5"/>
          <p:cNvSpPr txBox="1"/>
          <p:nvPr>
            <p:ph idx="1" type="subTitle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5" name="Google Shape;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429394"/>
            <a:ext cx="2402881" cy="195388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и объект">
  <p:cSld name="3_Заголовок и объект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 b="0" l="0" r="3231" t="29990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6"/>
          <p:cNvPicPr preferRelativeResize="0"/>
          <p:nvPr/>
        </p:nvPicPr>
        <p:blipFill rotWithShape="1">
          <a:blip r:embed="rId3">
            <a:alphaModFix/>
          </a:blip>
          <a:srcRect b="0" l="2885" r="8325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6"/>
          <p:cNvSpPr txBox="1"/>
          <p:nvPr>
            <p:ph type="title"/>
          </p:nvPr>
        </p:nvSpPr>
        <p:spPr>
          <a:xfrm>
            <a:off x="838201" y="474531"/>
            <a:ext cx="4857519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 и объект">
  <p:cSld name="8_Заголовок и объект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type="title"/>
          </p:nvPr>
        </p:nvSpPr>
        <p:spPr>
          <a:xfrm>
            <a:off x="838201" y="474531"/>
            <a:ext cx="4725317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7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/>
          <p:nvPr>
            <p:ph type="title"/>
          </p:nvPr>
        </p:nvSpPr>
        <p:spPr>
          <a:xfrm>
            <a:off x="838201" y="474531"/>
            <a:ext cx="8558718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Заголовок и объект">
  <p:cSld name="7_Заголовок и объект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838201" y="474531"/>
            <a:ext cx="867545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3" name="Google Shape;8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8941" y="700391"/>
            <a:ext cx="1634857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9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Заголовок и объект">
  <p:cSld name="6_Заголовок и объект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838201" y="474531"/>
            <a:ext cx="8646267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9" name="Google Shape;8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3186"/>
            <a:ext cx="12192000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Заголовок и объект">
  <p:cSld name="5_Заголовок и объект">
    <p:bg>
      <p:bgPr>
        <a:solidFill>
          <a:srgbClr val="ECEEE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 txBox="1"/>
          <p:nvPr>
            <p:ph type="title"/>
          </p:nvPr>
        </p:nvSpPr>
        <p:spPr>
          <a:xfrm>
            <a:off x="838201" y="474531"/>
            <a:ext cx="8587901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1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31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Заголовок и объект">
  <p:cSld name="4_Заголовок и объект">
    <p:bg>
      <p:bgPr>
        <a:solidFill>
          <a:srgbClr val="ECEE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2"/>
          <p:cNvSpPr txBox="1"/>
          <p:nvPr>
            <p:ph idx="1" type="body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32"/>
          <p:cNvSpPr txBox="1"/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32"/>
          <p:cNvSpPr txBox="1"/>
          <p:nvPr>
            <p:ph idx="2" type="body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6" name="Google Shape;1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2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/>
          <p:nvPr>
            <p:ph type="title"/>
          </p:nvPr>
        </p:nvSpPr>
        <p:spPr>
          <a:xfrm>
            <a:off x="838201" y="474531"/>
            <a:ext cx="854899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2" name="Google Shape;11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2" type="body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3" type="body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3"/>
          <p:cNvSpPr txBox="1"/>
          <p:nvPr>
            <p:ph idx="4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3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ctrTitle"/>
          </p:nvPr>
        </p:nvSpPr>
        <p:spPr>
          <a:xfrm>
            <a:off x="838200" y="1935497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/>
              <a:t>Fundamentals of programming:</a:t>
            </a:r>
            <a:br>
              <a:rPr lang="en-US" sz="3200"/>
            </a:br>
            <a:br>
              <a:rPr lang="en-US" sz="3200"/>
            </a:br>
            <a:r>
              <a:rPr lang="en-US" sz="3200"/>
              <a:t>Seminar 7</a:t>
            </a:r>
            <a:br>
              <a:rPr lang="en-US" sz="3200"/>
            </a:br>
            <a:endParaRPr sz="3200"/>
          </a:p>
        </p:txBody>
      </p:sp>
      <p:sp>
        <p:nvSpPr>
          <p:cNvPr id="125" name="Google Shape;125;p1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94002" y="5265189"/>
            <a:ext cx="4394108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Diyora Sayfutdinova – dsayfutdinova@wiut.uz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838200" y="667125"/>
            <a:ext cx="10360800" cy="5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are the advantages of using functions?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parameter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and an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argument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are some built-in functions Python provides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get help about a function?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define a function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the difference between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print()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indentation and how important is it?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are the differences between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Tuples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ists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>
            <p:ph type="title"/>
          </p:nvPr>
        </p:nvSpPr>
        <p:spPr>
          <a:xfrm>
            <a:off x="838200" y="94677"/>
            <a:ext cx="100365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/>
          </a:p>
        </p:txBody>
      </p:sp>
      <p:sp>
        <p:nvSpPr>
          <p:cNvPr id="133" name="Google Shape;133;p2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bcd4cdc91_0_44"/>
          <p:cNvSpPr txBox="1"/>
          <p:nvPr>
            <p:ph idx="1" type="body"/>
          </p:nvPr>
        </p:nvSpPr>
        <p:spPr>
          <a:xfrm>
            <a:off x="714125" y="1064613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def is_odd(num):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   ""</a:t>
            </a:r>
            <a:r>
              <a:rPr lang="en-US" sz="2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sz="24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Input: num, a positive int</a:t>
            </a:r>
            <a:endParaRPr sz="24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   Returns True if num is odd, otherwise False</a:t>
            </a:r>
            <a:endParaRPr sz="24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   """</a:t>
            </a:r>
            <a:endParaRPr sz="24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remainder = num % 2 != 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return remainder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print(is_odd(7)) → call/invoke a function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help(is_odd) → to get the idea of what function does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0" name="Google Shape;140;g38bcd4cdc91_0_44"/>
          <p:cNvSpPr txBox="1"/>
          <p:nvPr>
            <p:ph type="title"/>
          </p:nvPr>
        </p:nvSpPr>
        <p:spPr>
          <a:xfrm>
            <a:off x="489100" y="14325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Syntax of Function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8bcd4cdc91_0_4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2" name="Google Shape;142;g38bcd4cdc91_0_4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g38bcd4cdc91_0_44"/>
          <p:cNvSpPr/>
          <p:nvPr/>
        </p:nvSpPr>
        <p:spPr>
          <a:xfrm>
            <a:off x="1167625" y="3949038"/>
            <a:ext cx="4563900" cy="6708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bcd4cdc91_0_44"/>
          <p:cNvSpPr/>
          <p:nvPr/>
        </p:nvSpPr>
        <p:spPr>
          <a:xfrm>
            <a:off x="5859100" y="4233288"/>
            <a:ext cx="330600" cy="1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bcd4cdc91_0_44"/>
          <p:cNvSpPr/>
          <p:nvPr/>
        </p:nvSpPr>
        <p:spPr>
          <a:xfrm>
            <a:off x="8066650" y="2492088"/>
            <a:ext cx="2127600" cy="670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docstring/specification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46" name="Google Shape;146;g38bcd4cdc91_0_44"/>
          <p:cNvSpPr/>
          <p:nvPr/>
        </p:nvSpPr>
        <p:spPr>
          <a:xfrm>
            <a:off x="1633100" y="1601888"/>
            <a:ext cx="491100" cy="3849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8bcd4cdc91_0_44"/>
          <p:cNvSpPr/>
          <p:nvPr/>
        </p:nvSpPr>
        <p:spPr>
          <a:xfrm>
            <a:off x="7637300" y="2776338"/>
            <a:ext cx="330600" cy="10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8bcd4cdc91_0_44"/>
          <p:cNvSpPr/>
          <p:nvPr/>
        </p:nvSpPr>
        <p:spPr>
          <a:xfrm>
            <a:off x="6240850" y="3941238"/>
            <a:ext cx="1974000" cy="670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body of the function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49" name="Google Shape;149;g38bcd4cdc91_0_44"/>
          <p:cNvSpPr/>
          <p:nvPr/>
        </p:nvSpPr>
        <p:spPr>
          <a:xfrm>
            <a:off x="1136300" y="2287663"/>
            <a:ext cx="6501000" cy="12327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8bcd4cdc91_0_44"/>
          <p:cNvSpPr/>
          <p:nvPr/>
        </p:nvSpPr>
        <p:spPr>
          <a:xfrm>
            <a:off x="766600" y="931938"/>
            <a:ext cx="1058700" cy="384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keyword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1" name="Google Shape;151;g38bcd4cdc91_0_44"/>
          <p:cNvSpPr/>
          <p:nvPr/>
        </p:nvSpPr>
        <p:spPr>
          <a:xfrm rot="-7530260">
            <a:off x="1465466" y="1395965"/>
            <a:ext cx="299605" cy="16024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8bcd4cdc91_0_44"/>
          <p:cNvSpPr/>
          <p:nvPr/>
        </p:nvSpPr>
        <p:spPr>
          <a:xfrm>
            <a:off x="2174150" y="1625838"/>
            <a:ext cx="809100" cy="3369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8bcd4cdc91_0_44"/>
          <p:cNvSpPr/>
          <p:nvPr/>
        </p:nvSpPr>
        <p:spPr>
          <a:xfrm>
            <a:off x="2494125" y="921388"/>
            <a:ext cx="1440300" cy="384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name of the function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4" name="Google Shape;154;g38bcd4cdc91_0_44"/>
          <p:cNvSpPr/>
          <p:nvPr/>
        </p:nvSpPr>
        <p:spPr>
          <a:xfrm rot="-3588827">
            <a:off x="2619896" y="1395907"/>
            <a:ext cx="299516" cy="16038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bcd4cdc91_0_44"/>
          <p:cNvSpPr/>
          <p:nvPr/>
        </p:nvSpPr>
        <p:spPr>
          <a:xfrm>
            <a:off x="4237725" y="1625838"/>
            <a:ext cx="1229100" cy="384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Parameter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6" name="Google Shape;156;g38bcd4cdc91_0_44"/>
          <p:cNvSpPr/>
          <p:nvPr/>
        </p:nvSpPr>
        <p:spPr>
          <a:xfrm>
            <a:off x="3855258" y="1714095"/>
            <a:ext cx="299400" cy="1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8bcd4cdc91_0_44"/>
          <p:cNvSpPr/>
          <p:nvPr/>
        </p:nvSpPr>
        <p:spPr>
          <a:xfrm>
            <a:off x="3100225" y="1625838"/>
            <a:ext cx="558300" cy="3651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d28d47dfe_0_42"/>
          <p:cNvSpPr txBox="1"/>
          <p:nvPr>
            <p:ph type="title"/>
          </p:nvPr>
        </p:nvSpPr>
        <p:spPr>
          <a:xfrm>
            <a:off x="785750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rint() vs return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9d28d47dfe_0_42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4" name="Google Shape;164;g39d28d47dfe_0_42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g39d28d47dfe_0_42"/>
          <p:cNvSpPr txBox="1"/>
          <p:nvPr/>
        </p:nvSpPr>
        <p:spPr>
          <a:xfrm>
            <a:off x="-61800" y="888900"/>
            <a:ext cx="56778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need the function to give back a value to your program to use it later in calculations </a:t>
            </a:r>
            <a:r>
              <a:rPr i="1" lang="en-US" sz="2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ex: calculate something and give the result back</a:t>
            </a:r>
            <a:r>
              <a:rPr i="1" lang="en-US" sz="2200" u="sng">
                <a:solidFill>
                  <a:srgbClr val="188038"/>
                </a:solidFill>
              </a:rPr>
              <a:t>.</a:t>
            </a:r>
            <a:endParaRPr i="1" sz="2200" u="sng">
              <a:solidFill>
                <a:srgbClr val="188038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 u="sng">
              <a:solidFill>
                <a:srgbClr val="188038"/>
              </a:solidFill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print()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 function is just performing an action, not producing a value </a:t>
            </a:r>
            <a:r>
              <a:rPr i="1" lang="en-US" sz="22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ex: Print or display something only.</a:t>
            </a:r>
            <a:endParaRPr i="1" sz="22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g39d28d47dfe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725" y="956325"/>
            <a:ext cx="6367901" cy="420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d28d47dfe_0_5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Print vs Return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9d28d47dfe_0_5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3" name="Google Shape;173;g39d28d47dfe_0_5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g39d28d47dfe_0_54"/>
          <p:cNvSpPr txBox="1"/>
          <p:nvPr/>
        </p:nvSpPr>
        <p:spPr>
          <a:xfrm>
            <a:off x="371550" y="1170950"/>
            <a:ext cx="45828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add(num1, num2):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num1+num2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print(add(2, 2)) → 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9d28d47dfe_0_54"/>
          <p:cNvSpPr txBox="1"/>
          <p:nvPr/>
        </p:nvSpPr>
        <p:spPr>
          <a:xfrm>
            <a:off x="6409475" y="1170950"/>
            <a:ext cx="4675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add(num1, num2):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num1+num2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(sum)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print(add(2, 2)) → 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d28d47dfe_0_17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Print vs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Return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9d28d47dfe_0_17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2" name="Google Shape;182;g39d28d47dfe_0_17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g39d28d47dfe_0_17"/>
          <p:cNvSpPr txBox="1"/>
          <p:nvPr/>
        </p:nvSpPr>
        <p:spPr>
          <a:xfrm>
            <a:off x="278675" y="1147725"/>
            <a:ext cx="4629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add_with_return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(num1, num2):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num1+num2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print(add_with_return(2, 2))</a:t>
            </a:r>
            <a:endParaRPr sz="28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9d28d47dfe_0_17"/>
          <p:cNvSpPr txBox="1"/>
          <p:nvPr/>
        </p:nvSpPr>
        <p:spPr>
          <a:xfrm>
            <a:off x="6641725" y="1147725"/>
            <a:ext cx="5058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add_with_print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(num1, num2):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num1+num2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(sum)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add_with_print(2, 2)</a:t>
            </a:r>
            <a:endParaRPr>
              <a:solidFill>
                <a:srgbClr val="1E1E1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d28d47dfe_0_61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Print vs Return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9d28d47dfe_0_6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1" name="Google Shape;191;g39d28d47dfe_0_6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g39d28d47dfe_0_61"/>
          <p:cNvSpPr txBox="1"/>
          <p:nvPr/>
        </p:nvSpPr>
        <p:spPr>
          <a:xfrm>
            <a:off x="444850" y="1159325"/>
            <a:ext cx="51456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add_with_return(num1, num2):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num1+num2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result_return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add_with_return(2, 2)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result_return*2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→ 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9d28d47dfe_0_61"/>
          <p:cNvSpPr txBox="1"/>
          <p:nvPr/>
        </p:nvSpPr>
        <p:spPr>
          <a:xfrm>
            <a:off x="6142200" y="1091475"/>
            <a:ext cx="6049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add_with_print(num1, num2):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num1+num2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(sum)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result_print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add_with_print(2, 2)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result_print * 2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→ 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d28d47dfe_0_101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Tuple vs Lists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9d28d47dfe_0_101"/>
          <p:cNvSpPr txBox="1"/>
          <p:nvPr/>
        </p:nvSpPr>
        <p:spPr>
          <a:xfrm>
            <a:off x="785725" y="1010725"/>
            <a:ext cx="4785000" cy="44514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colors = ["red", "green", "blue"]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0000"/>
                </a:solidFill>
              </a:rPr>
              <a:t>colors[0] = "yellow"</a:t>
            </a:r>
            <a:endParaRPr sz="24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print(colors)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colors = ["red", "green", "blue"]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colors.</a:t>
            </a:r>
            <a:r>
              <a:rPr lang="en-US" sz="2400">
                <a:solidFill>
                  <a:srgbClr val="980000"/>
                </a:solidFill>
              </a:rPr>
              <a:t>append</a:t>
            </a:r>
            <a:r>
              <a:rPr lang="en-US" sz="2400">
                <a:solidFill>
                  <a:srgbClr val="274E13"/>
                </a:solidFill>
              </a:rPr>
              <a:t>("black")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print(colors)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9d28d47dfe_0_10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1" name="Google Shape;201;g39d28d47dfe_0_10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g39d28d47dfe_0_101"/>
          <p:cNvSpPr txBox="1"/>
          <p:nvPr/>
        </p:nvSpPr>
        <p:spPr>
          <a:xfrm>
            <a:off x="6360075" y="1010725"/>
            <a:ext cx="4785000" cy="44514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colors = ("red", "green", "blue")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0000"/>
                </a:solidFill>
              </a:rPr>
              <a:t>colors[0] = "yellow</a:t>
            </a:r>
            <a:r>
              <a:rPr lang="en-US" sz="2400">
                <a:solidFill>
                  <a:srgbClr val="274E13"/>
                </a:solidFill>
              </a:rPr>
              <a:t>"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print(colors)  -&gt; ?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4E13"/>
                </a:solidFill>
              </a:rPr>
              <a:t>colors = ("red", "green", "blue")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4E13"/>
                </a:solidFill>
              </a:rPr>
              <a:t>colors.</a:t>
            </a:r>
            <a:r>
              <a:rPr lang="en-US" sz="2400">
                <a:solidFill>
                  <a:srgbClr val="980000"/>
                </a:solidFill>
              </a:rPr>
              <a:t>append</a:t>
            </a:r>
            <a:r>
              <a:rPr lang="en-US" sz="2400">
                <a:solidFill>
                  <a:srgbClr val="274E13"/>
                </a:solidFill>
              </a:rPr>
              <a:t>("black")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4E13"/>
                </a:solidFill>
              </a:rPr>
              <a:t>print(colors)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d28d47dfe_0_108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Scopes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9d28d47dfe_0_108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9" name="Google Shape;209;g39d28d47dfe_0_108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g39d28d47dfe_0_108"/>
          <p:cNvSpPr txBox="1"/>
          <p:nvPr/>
        </p:nvSpPr>
        <p:spPr>
          <a:xfrm>
            <a:off x="1675800" y="1161125"/>
            <a:ext cx="8840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Local  → visible only inside a function</a:t>
            </a:r>
            <a:endParaRPr sz="2400">
              <a:solidFill>
                <a:srgbClr val="274E1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Global → global, available everywhere in file</a:t>
            </a:r>
            <a:endParaRPr sz="2400">
              <a:solidFill>
                <a:srgbClr val="274E1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Enclosing → inner function accesses the variable of outer scope (nested functions)</a:t>
            </a:r>
            <a:endParaRPr sz="2400">
              <a:solidFill>
                <a:srgbClr val="274E1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built-in → provided by python → always available</a:t>
            </a:r>
            <a:endParaRPr sz="24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ce5002320_0_11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Scopes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6ce5002320_0_1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7" name="Google Shape;217;g36ce5002320_0_1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g36ce5002320_0_11"/>
          <p:cNvSpPr txBox="1"/>
          <p:nvPr/>
        </p:nvSpPr>
        <p:spPr>
          <a:xfrm>
            <a:off x="1675800" y="1161125"/>
            <a:ext cx="8840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x = 100  →  global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def local_scope():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x = 50  →  local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print("Inside function:", x, id(x))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local_scope()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print("Outside function:", x, id(x))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d28d47dfe_0_75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d28d47dfe_0_75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5" name="Google Shape;225;g39d28d47dfe_0_75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g39d28d47dfe_0_75"/>
          <p:cNvSpPr txBox="1"/>
          <p:nvPr/>
        </p:nvSpPr>
        <p:spPr>
          <a:xfrm>
            <a:off x="1722250" y="729700"/>
            <a:ext cx="8840400" cy="3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create a function which takes multiple values from the user, store them as a tuple, and display that tuple.</a:t>
            </a:r>
            <a:br>
              <a:rPr lang="en-US" sz="2400">
                <a:solidFill>
                  <a:srgbClr val="274E13"/>
                </a:solidFill>
              </a:rPr>
            </a:br>
            <a:endParaRPr sz="2400">
              <a:solidFill>
                <a:srgbClr val="274E1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73763"/>
                </a:solidFill>
              </a:rPr>
              <a:t>Hints:</a:t>
            </a:r>
            <a:endParaRPr sz="2400">
              <a:solidFill>
                <a:srgbClr val="07376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use an input()</a:t>
            </a:r>
            <a:endParaRPr sz="2400">
              <a:solidFill>
                <a:srgbClr val="07376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Convert str to tuple</a:t>
            </a:r>
            <a:endParaRPr sz="2400">
              <a:solidFill>
                <a:srgbClr val="073763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dd86550e7_0_8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9dd86550e7_0_8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3" name="Google Shape;233;g39dd86550e7_0_8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g39dd86550e7_0_8"/>
          <p:cNvSpPr txBox="1"/>
          <p:nvPr/>
        </p:nvSpPr>
        <p:spPr>
          <a:xfrm>
            <a:off x="1641925" y="1075025"/>
            <a:ext cx="8840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1900"/>
              <a:buChar char="●"/>
            </a:pPr>
            <a:r>
              <a:rPr lang="en-US" sz="2400">
                <a:solidFill>
                  <a:srgbClr val="274E13"/>
                </a:solidFill>
              </a:rPr>
              <a:t>Create a function to take multiple integer inputs from the user, store them in a tuple, and calculate: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the average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the total (sum)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the number of elements entered.</a:t>
            </a:r>
            <a:r>
              <a:rPr lang="en-US" sz="2400">
                <a:solidFill>
                  <a:srgbClr val="073763"/>
                </a:solidFill>
              </a:rPr>
              <a:t>	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dd86550e7_0_23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9dd86550e7_0_23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1" name="Google Shape;241;g39dd86550e7_0_23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g39dd86550e7_0_23"/>
          <p:cNvSpPr txBox="1"/>
          <p:nvPr/>
        </p:nvSpPr>
        <p:spPr>
          <a:xfrm>
            <a:off x="1641925" y="1075025"/>
            <a:ext cx="8840400" cy="3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Create a function that: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Gets two integers from the user.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Checks if exactly two are entered.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Swaps their positions.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Prints the swapped result.</a:t>
            </a:r>
            <a:r>
              <a:rPr lang="en-US" sz="2400">
                <a:solidFill>
                  <a:srgbClr val="073763"/>
                </a:solidFill>
              </a:rPr>
              <a:t>	</a:t>
            </a:r>
            <a:endParaRPr sz="2400">
              <a:solidFill>
                <a:srgbClr val="073763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73763"/>
                </a:solidFill>
              </a:rPr>
              <a:t>Hint:</a:t>
            </a:r>
            <a:endParaRPr sz="2400">
              <a:solidFill>
                <a:srgbClr val="073763"/>
              </a:solidFill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Tuple unpacking and swapping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dd86550e7_0_46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9dd86550e7_0_46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9" name="Google Shape;249;g39dd86550e7_0_46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g39dd86550e7_0_46"/>
          <p:cNvSpPr txBox="1"/>
          <p:nvPr/>
        </p:nvSpPr>
        <p:spPr>
          <a:xfrm>
            <a:off x="1585700" y="796950"/>
            <a:ext cx="88404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Write a function to guess a number: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The computer picks a random number between 1 and 10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and you try to guess what it is.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If you guess wrong, it gives you a hint 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either “Too small” or “Too high” 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until you guess correctly.</a:t>
            </a:r>
            <a:endParaRPr sz="2400">
              <a:solidFill>
                <a:srgbClr val="274E1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-"/>
            </a:pPr>
            <a:r>
              <a:rPr lang="en-US" sz="2400">
                <a:solidFill>
                  <a:srgbClr val="274E13"/>
                </a:solidFill>
              </a:rPr>
              <a:t>Then you can choose to play again or quit.</a:t>
            </a:r>
            <a:endParaRPr sz="2400">
              <a:solidFill>
                <a:srgbClr val="073763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73763"/>
                </a:solidFill>
              </a:rPr>
              <a:t>Hint:</a:t>
            </a:r>
            <a:endParaRPr sz="2400">
              <a:solidFill>
                <a:srgbClr val="073763"/>
              </a:solidFill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Import random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dd86550e7_0_0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dd86550e7_0_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7" name="Google Shape;257;g39dd86550e7_0_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g39dd86550e7_0_0"/>
          <p:cNvSpPr txBox="1"/>
          <p:nvPr/>
        </p:nvSpPr>
        <p:spPr>
          <a:xfrm>
            <a:off x="1722250" y="729700"/>
            <a:ext cx="8840400" cy="56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4E13"/>
                </a:solidFill>
              </a:rPr>
              <a:t>Write  a program similar to shopping system where a user can:</a:t>
            </a:r>
            <a:endParaRPr sz="2400">
              <a:solidFill>
                <a:srgbClr val="274E13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Add items to shopping list</a:t>
            </a:r>
            <a:endParaRPr sz="2400">
              <a:solidFill>
                <a:srgbClr val="274E13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Remove items from shopping list</a:t>
            </a:r>
            <a:endParaRPr sz="2400">
              <a:solidFill>
                <a:srgbClr val="274E13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View items in the shopping list</a:t>
            </a:r>
            <a:endParaRPr sz="2400">
              <a:solidFill>
                <a:srgbClr val="274E13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Keep running the loop until the user interrupts</a:t>
            </a:r>
            <a:br>
              <a:rPr lang="en-US" sz="2400">
                <a:solidFill>
                  <a:srgbClr val="274E13"/>
                </a:solidFill>
              </a:rPr>
            </a:br>
            <a:endParaRPr sz="2400">
              <a:solidFill>
                <a:srgbClr val="274E1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73763"/>
                </a:solidFill>
              </a:rPr>
              <a:t>Hints:</a:t>
            </a:r>
            <a:endParaRPr sz="2400">
              <a:solidFill>
                <a:srgbClr val="07376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use a list to store the items</a:t>
            </a:r>
            <a:endParaRPr sz="2400">
              <a:solidFill>
                <a:srgbClr val="07376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create a separate  functions for each action(add, remove, view)</a:t>
            </a:r>
            <a:endParaRPr sz="2400">
              <a:solidFill>
                <a:srgbClr val="073763"/>
              </a:solidFill>
            </a:endParaRPr>
          </a:p>
          <a:p>
            <a:pPr indent="-3810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Char char="-"/>
            </a:pPr>
            <a:r>
              <a:rPr lang="en-US" sz="2400">
                <a:solidFill>
                  <a:srgbClr val="073763"/>
                </a:solidFill>
              </a:rPr>
              <a:t>use while loop to keep running until it is interrupted.</a:t>
            </a:r>
            <a:endParaRPr sz="2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d28d47dfe_0_122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d28d47dfe_0_122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5" name="Google Shape;265;g39d28d47dfe_0_122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g39d28d47dfe_0_122"/>
          <p:cNvSpPr txBox="1"/>
          <p:nvPr/>
        </p:nvSpPr>
        <p:spPr>
          <a:xfrm>
            <a:off x="1675800" y="1161125"/>
            <a:ext cx="9678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Write a function that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Asks the user for numbers (max num of elements should be 4)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Converts them to a tuple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Checks the number of elements should not be more than 4 and no less than 2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If not, calculates and shows the average.</a:t>
            </a:r>
            <a:endParaRPr sz="24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d28d47dfe_0_9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9d28d47dfe_0_9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3" name="Google Shape;273;g39d28d47dfe_0_9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g39d28d47dfe_0_94"/>
          <p:cNvSpPr txBox="1"/>
          <p:nvPr/>
        </p:nvSpPr>
        <p:spPr>
          <a:xfrm>
            <a:off x="1512850" y="1188950"/>
            <a:ext cx="95334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4E13"/>
                </a:solidFill>
              </a:rPr>
              <a:t>Write a function that: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Asks the user to input two tuples, each with 3 numbers.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Calculates the average of the </a:t>
            </a:r>
            <a:r>
              <a:rPr lang="en-US" sz="2400">
                <a:solidFill>
                  <a:srgbClr val="980000"/>
                </a:solidFill>
              </a:rPr>
              <a:t>second tuple</a:t>
            </a:r>
            <a:r>
              <a:rPr lang="en-US" sz="2400">
                <a:solidFill>
                  <a:srgbClr val="274E13"/>
                </a:solidFill>
              </a:rPr>
              <a:t>.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Multiplies each number in the </a:t>
            </a:r>
            <a:r>
              <a:rPr lang="en-US" sz="2400">
                <a:solidFill>
                  <a:srgbClr val="980000"/>
                </a:solidFill>
              </a:rPr>
              <a:t>first tuple</a:t>
            </a:r>
            <a:r>
              <a:rPr lang="en-US" sz="2400">
                <a:solidFill>
                  <a:srgbClr val="274E13"/>
                </a:solidFill>
              </a:rPr>
              <a:t> by that average.</a:t>
            </a:r>
            <a:endParaRPr sz="2400">
              <a:solidFill>
                <a:srgbClr val="274E13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Char char="●"/>
            </a:pPr>
            <a:r>
              <a:rPr lang="en-US" sz="2400">
                <a:solidFill>
                  <a:srgbClr val="274E13"/>
                </a:solidFill>
              </a:rPr>
              <a:t>If the outputs can be evenly divided by 3, the function returns True; otherwise it returns False.</a:t>
            </a:r>
            <a:endParaRPr sz="24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18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 txBox="1"/>
          <p:nvPr>
            <p:ph idx="2" type="subTitle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84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16">
      <a:dk1>
        <a:srgbClr val="000000"/>
      </a:dk1>
      <a:lt1>
        <a:srgbClr val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2022-06-28T05:50:22Z</dcterms:created>
  <dc:creator>User</dc:creator>
</cp:coreProperties>
</file>